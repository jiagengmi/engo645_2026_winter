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8"/>
  </p:notesMasterIdLst>
  <p:sldIdLst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56" r:id="rId22"/>
    <p:sldId id="277" r:id="rId23"/>
    <p:sldId id="257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71F"/>
    <a:srgbClr val="FFCD00"/>
    <a:srgbClr val="FBB031"/>
    <a:srgbClr val="E32726"/>
    <a:srgbClr val="D60057"/>
    <a:srgbClr val="8B857B"/>
    <a:srgbClr val="FF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5334D5-24DC-4818-9687-FAD21332B9BE}" v="26" dt="2026-04-07T03:09:20.1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75"/>
    <p:restoredTop sz="94647"/>
  </p:normalViewPr>
  <p:slideViewPr>
    <p:cSldViewPr snapToGrid="0" snapToObjects="1" showGuides="1">
      <p:cViewPr varScale="1">
        <p:scale>
          <a:sx n="147" d="100"/>
          <a:sy n="147" d="100"/>
        </p:scale>
        <p:origin x="978" y="114"/>
      </p:cViewPr>
      <p:guideLst>
        <p:guide orient="horz" pos="411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geng Mi" userId="9ef2361a-baea-4751-b5dd-7ec30bf627a6" providerId="ADAL" clId="{ED3BAF67-0068-4BB9-A018-EE2B64C0FCCC}"/>
    <pc:docChg chg="undo custSel addSld delSld modSld">
      <pc:chgData name="Jiageng Mi" userId="9ef2361a-baea-4751-b5dd-7ec30bf627a6" providerId="ADAL" clId="{ED3BAF67-0068-4BB9-A018-EE2B64C0FCCC}" dt="2026-04-07T03:09:40.853" v="674" actId="14734"/>
      <pc:docMkLst>
        <pc:docMk/>
      </pc:docMkLst>
      <pc:sldChg chg="delSp add mod setBg modClrScheme chgLayout">
        <pc:chgData name="Jiageng Mi" userId="9ef2361a-baea-4751-b5dd-7ec30bf627a6" providerId="ADAL" clId="{ED3BAF67-0068-4BB9-A018-EE2B64C0FCCC}" dt="2026-04-05T07:25:00.430" v="11" actId="478"/>
        <pc:sldMkLst>
          <pc:docMk/>
          <pc:sldMk cId="0" sldId="256"/>
        </pc:sldMkLst>
      </pc:sldChg>
      <pc:sldChg chg="delSp add mod setBg modClrScheme chgLayout">
        <pc:chgData name="Jiageng Mi" userId="9ef2361a-baea-4751-b5dd-7ec30bf627a6" providerId="ADAL" clId="{ED3BAF67-0068-4BB9-A018-EE2B64C0FCCC}" dt="2026-04-05T07:24:57.162" v="10" actId="478"/>
        <pc:sldMkLst>
          <pc:docMk/>
          <pc:sldMk cId="0" sldId="257"/>
        </pc:sldMkLst>
      </pc:sldChg>
      <pc:sldChg chg="modSp mod">
        <pc:chgData name="Jiageng Mi" userId="9ef2361a-baea-4751-b5dd-7ec30bf627a6" providerId="ADAL" clId="{ED3BAF67-0068-4BB9-A018-EE2B64C0FCCC}" dt="2026-04-06T00:46:06.569" v="57" actId="14100"/>
        <pc:sldMkLst>
          <pc:docMk/>
          <pc:sldMk cId="0" sldId="258"/>
        </pc:sldMkLst>
        <pc:spChg chg="mod">
          <ac:chgData name="Jiageng Mi" userId="9ef2361a-baea-4751-b5dd-7ec30bf627a6" providerId="ADAL" clId="{ED3BAF67-0068-4BB9-A018-EE2B64C0FCCC}" dt="2026-04-06T00:46:06.569" v="57" actId="14100"/>
          <ac:spMkLst>
            <pc:docMk/>
            <pc:sldMk cId="0" sldId="258"/>
            <ac:spMk id="6" creationId="{00000000-0000-0000-0000-000000000000}"/>
          </ac:spMkLst>
        </pc:spChg>
      </pc:sldChg>
      <pc:sldChg chg="addSp delSp modSp mod">
        <pc:chgData name="Jiageng Mi" userId="9ef2361a-baea-4751-b5dd-7ec30bf627a6" providerId="ADAL" clId="{ED3BAF67-0068-4BB9-A018-EE2B64C0FCCC}" dt="2026-04-06T23:49:14.085" v="232" actId="1076"/>
        <pc:sldMkLst>
          <pc:docMk/>
          <pc:sldMk cId="0" sldId="259"/>
        </pc:sldMkLst>
        <pc:spChg chg="mod">
          <ac:chgData name="Jiageng Mi" userId="9ef2361a-baea-4751-b5dd-7ec30bf627a6" providerId="ADAL" clId="{ED3BAF67-0068-4BB9-A018-EE2B64C0FCCC}" dt="2026-04-06T23:35:53.175" v="98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Jiageng Mi" userId="9ef2361a-baea-4751-b5dd-7ec30bf627a6" providerId="ADAL" clId="{ED3BAF67-0068-4BB9-A018-EE2B64C0FCCC}" dt="2026-04-06T23:41:36.183" v="156" actId="164"/>
          <ac:spMkLst>
            <pc:docMk/>
            <pc:sldMk cId="0" sldId="259"/>
            <ac:spMk id="4" creationId="{00358996-F12C-7A6B-362C-03553E3E4C8E}"/>
          </ac:spMkLst>
        </pc:spChg>
        <pc:spChg chg="del mod">
          <ac:chgData name="Jiageng Mi" userId="9ef2361a-baea-4751-b5dd-7ec30bf627a6" providerId="ADAL" clId="{ED3BAF67-0068-4BB9-A018-EE2B64C0FCCC}" dt="2026-04-06T23:23:02.379" v="97" actId="478"/>
          <ac:spMkLst>
            <pc:docMk/>
            <pc:sldMk cId="0" sldId="259"/>
            <ac:spMk id="5" creationId="{00000000-0000-0000-0000-000000000000}"/>
          </ac:spMkLst>
        </pc:spChg>
        <pc:spChg chg="mod ord">
          <ac:chgData name="Jiageng Mi" userId="9ef2361a-baea-4751-b5dd-7ec30bf627a6" providerId="ADAL" clId="{ED3BAF67-0068-4BB9-A018-EE2B64C0FCCC}" dt="2026-04-06T23:41:36.183" v="156" actId="164"/>
          <ac:spMkLst>
            <pc:docMk/>
            <pc:sldMk cId="0" sldId="259"/>
            <ac:spMk id="6" creationId="{00000000-0000-0000-0000-000000000000}"/>
          </ac:spMkLst>
        </pc:spChg>
        <pc:spChg chg="mod ord">
          <ac:chgData name="Jiageng Mi" userId="9ef2361a-baea-4751-b5dd-7ec30bf627a6" providerId="ADAL" clId="{ED3BAF67-0068-4BB9-A018-EE2B64C0FCCC}" dt="2026-04-06T23:41:36.183" v="156" actId="164"/>
          <ac:spMkLst>
            <pc:docMk/>
            <pc:sldMk cId="0" sldId="259"/>
            <ac:spMk id="7" creationId="{00000000-0000-0000-0000-000000000000}"/>
          </ac:spMkLst>
        </pc:spChg>
        <pc:spChg chg="mod ord">
          <ac:chgData name="Jiageng Mi" userId="9ef2361a-baea-4751-b5dd-7ec30bf627a6" providerId="ADAL" clId="{ED3BAF67-0068-4BB9-A018-EE2B64C0FCCC}" dt="2026-04-06T23:41:36.183" v="156" actId="164"/>
          <ac:spMkLst>
            <pc:docMk/>
            <pc:sldMk cId="0" sldId="259"/>
            <ac:spMk id="8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6T23:49:13.403" v="231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6T23:49:13.403" v="231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6T23:49:13.403" v="231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6T23:49:13.403" v="231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6T23:49:13.403" v="231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6T23:49:13.403" v="231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6T23:49:13.403" v="231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6T23:49:13.403" v="231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6T23:49:13.403" v="231" actId="1076"/>
          <ac:spMkLst>
            <pc:docMk/>
            <pc:sldMk cId="0" sldId="259"/>
            <ac:spMk id="20" creationId="{00000000-0000-0000-0000-000000000000}"/>
          </ac:spMkLst>
        </pc:spChg>
        <pc:spChg chg="add del mod ord">
          <ac:chgData name="Jiageng Mi" userId="9ef2361a-baea-4751-b5dd-7ec30bf627a6" providerId="ADAL" clId="{ED3BAF67-0068-4BB9-A018-EE2B64C0FCCC}" dt="2026-04-06T23:39:18.306" v="125" actId="478"/>
          <ac:spMkLst>
            <pc:docMk/>
            <pc:sldMk cId="0" sldId="259"/>
            <ac:spMk id="21" creationId="{00000000-0000-0000-0000-000000000000}"/>
          </ac:spMkLst>
        </pc:spChg>
        <pc:spChg chg="del mod ord">
          <ac:chgData name="Jiageng Mi" userId="9ef2361a-baea-4751-b5dd-7ec30bf627a6" providerId="ADAL" clId="{ED3BAF67-0068-4BB9-A018-EE2B64C0FCCC}" dt="2026-04-06T23:36:44.182" v="107" actId="478"/>
          <ac:spMkLst>
            <pc:docMk/>
            <pc:sldMk cId="0" sldId="259"/>
            <ac:spMk id="22" creationId="{00000000-0000-0000-0000-000000000000}"/>
          </ac:spMkLst>
        </pc:spChg>
        <pc:spChg chg="add del mod ord">
          <ac:chgData name="Jiageng Mi" userId="9ef2361a-baea-4751-b5dd-7ec30bf627a6" providerId="ADAL" clId="{ED3BAF67-0068-4BB9-A018-EE2B64C0FCCC}" dt="2026-04-06T23:49:14.085" v="232" actId="1076"/>
          <ac:spMkLst>
            <pc:docMk/>
            <pc:sldMk cId="0" sldId="259"/>
            <ac:spMk id="23" creationId="{00000000-0000-0000-0000-000000000000}"/>
          </ac:spMkLst>
        </pc:spChg>
        <pc:spChg chg="add del mod">
          <ac:chgData name="Jiageng Mi" userId="9ef2361a-baea-4751-b5dd-7ec30bf627a6" providerId="ADAL" clId="{ED3BAF67-0068-4BB9-A018-EE2B64C0FCCC}" dt="2026-04-06T23:49:11.209" v="225" actId="22"/>
          <ac:spMkLst>
            <pc:docMk/>
            <pc:sldMk cId="0" sldId="259"/>
            <ac:spMk id="27" creationId="{E9718937-6186-6C53-F828-5926D9EA1C01}"/>
          </ac:spMkLst>
        </pc:spChg>
        <pc:grpChg chg="add mod">
          <ac:chgData name="Jiageng Mi" userId="9ef2361a-baea-4751-b5dd-7ec30bf627a6" providerId="ADAL" clId="{ED3BAF67-0068-4BB9-A018-EE2B64C0FCCC}" dt="2026-04-06T23:49:08.844" v="217" actId="1076"/>
          <ac:grpSpMkLst>
            <pc:docMk/>
            <pc:sldMk cId="0" sldId="259"/>
            <ac:grpSpMk id="24" creationId="{FD602332-B8F3-9F1E-0D73-442176C5FE9D}"/>
          </ac:grpSpMkLst>
        </pc:grpChg>
        <pc:picChg chg="add mod modCrop">
          <ac:chgData name="Jiageng Mi" userId="9ef2361a-baea-4751-b5dd-7ec30bf627a6" providerId="ADAL" clId="{ED3BAF67-0068-4BB9-A018-EE2B64C0FCCC}" dt="2026-04-06T23:41:36.183" v="156" actId="164"/>
          <ac:picMkLst>
            <pc:docMk/>
            <pc:sldMk cId="0" sldId="259"/>
            <ac:picMk id="2" creationId="{975B6621-DEDA-5301-BF21-7440F16BF2CE}"/>
          </ac:picMkLst>
        </pc:picChg>
        <pc:picChg chg="mod">
          <ac:chgData name="Jiageng Mi" userId="9ef2361a-baea-4751-b5dd-7ec30bf627a6" providerId="ADAL" clId="{ED3BAF67-0068-4BB9-A018-EE2B64C0FCCC}" dt="2026-04-06T23:49:13.403" v="231" actId="1076"/>
          <ac:picMkLst>
            <pc:docMk/>
            <pc:sldMk cId="0" sldId="259"/>
            <ac:picMk id="18" creationId="{00000000-0000-0000-0000-000000000000}"/>
          </ac:picMkLst>
        </pc:picChg>
      </pc:sldChg>
      <pc:sldChg chg="addSp delSp modSp mod">
        <pc:chgData name="Jiageng Mi" userId="9ef2361a-baea-4751-b5dd-7ec30bf627a6" providerId="ADAL" clId="{ED3BAF67-0068-4BB9-A018-EE2B64C0FCCC}" dt="2026-04-07T02:37:09.947" v="452" actId="1076"/>
        <pc:sldMkLst>
          <pc:docMk/>
          <pc:sldMk cId="0" sldId="260"/>
        </pc:sldMkLst>
        <pc:spChg chg="add mod">
          <ac:chgData name="Jiageng Mi" userId="9ef2361a-baea-4751-b5dd-7ec30bf627a6" providerId="ADAL" clId="{ED3BAF67-0068-4BB9-A018-EE2B64C0FCCC}" dt="2026-04-06T23:49:51.878" v="233" actId="1076"/>
          <ac:spMkLst>
            <pc:docMk/>
            <pc:sldMk cId="0" sldId="260"/>
            <ac:spMk id="2" creationId="{34E111ED-4AED-7E95-0D6B-49B2DB2C30FE}"/>
          </ac:spMkLst>
        </pc:spChg>
        <pc:spChg chg="add del mod">
          <ac:chgData name="Jiageng Mi" userId="9ef2361a-baea-4751-b5dd-7ec30bf627a6" providerId="ADAL" clId="{ED3BAF67-0068-4BB9-A018-EE2B64C0FCCC}" dt="2026-04-06T23:46:01.135" v="186" actId="478"/>
          <ac:spMkLst>
            <pc:docMk/>
            <pc:sldMk cId="0" sldId="260"/>
            <ac:spMk id="4" creationId="{DCDF4867-39E1-5B98-AE02-A958B4A5D8D6}"/>
          </ac:spMkLst>
        </pc:spChg>
        <pc:spChg chg="mod">
          <ac:chgData name="Jiageng Mi" userId="9ef2361a-baea-4751-b5dd-7ec30bf627a6" providerId="ADAL" clId="{ED3BAF67-0068-4BB9-A018-EE2B64C0FCCC}" dt="2026-04-07T02:26:45.292" v="402" actId="255"/>
          <ac:spMkLst>
            <pc:docMk/>
            <pc:sldMk cId="0" sldId="260"/>
            <ac:spMk id="8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26:15.337" v="396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26:45.292" v="402" actId="255"/>
          <ac:spMkLst>
            <pc:docMk/>
            <pc:sldMk cId="0" sldId="260"/>
            <ac:spMk id="13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26:56.466" v="403"/>
          <ac:spMkLst>
            <pc:docMk/>
            <pc:sldMk cId="0" sldId="260"/>
            <ac:spMk id="17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27:08.241" v="404"/>
          <ac:spMkLst>
            <pc:docMk/>
            <pc:sldMk cId="0" sldId="260"/>
            <ac:spMk id="18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28:49.918" v="415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26:45.292" v="402" actId="255"/>
          <ac:spMkLst>
            <pc:docMk/>
            <pc:sldMk cId="0" sldId="260"/>
            <ac:spMk id="23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27:56.485" v="405"/>
          <ac:spMkLst>
            <pc:docMk/>
            <pc:sldMk cId="0" sldId="260"/>
            <ac:spMk id="24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28:05.238" v="40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28:35.757" v="411" actId="107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28:53.504" v="416" actId="107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6T23:47:03.815" v="196" actId="1076"/>
          <ac:spMkLst>
            <pc:docMk/>
            <pc:sldMk cId="0" sldId="260"/>
            <ac:spMk id="28" creationId="{00000000-0000-0000-0000-000000000000}"/>
          </ac:spMkLst>
        </pc:spChg>
        <pc:spChg chg="del mod">
          <ac:chgData name="Jiageng Mi" userId="9ef2361a-baea-4751-b5dd-7ec30bf627a6" providerId="ADAL" clId="{ED3BAF67-0068-4BB9-A018-EE2B64C0FCCC}" dt="2026-04-07T02:37:06.532" v="451" actId="478"/>
          <ac:spMkLst>
            <pc:docMk/>
            <pc:sldMk cId="0" sldId="260"/>
            <ac:spMk id="29" creationId="{00000000-0000-0000-0000-000000000000}"/>
          </ac:spMkLst>
        </pc:spChg>
        <pc:spChg chg="add mod">
          <ac:chgData name="Jiageng Mi" userId="9ef2361a-baea-4751-b5dd-7ec30bf627a6" providerId="ADAL" clId="{ED3BAF67-0068-4BB9-A018-EE2B64C0FCCC}" dt="2026-04-07T02:37:09.947" v="452" actId="1076"/>
          <ac:spMkLst>
            <pc:docMk/>
            <pc:sldMk cId="0" sldId="260"/>
            <ac:spMk id="30" creationId="{F89018CC-8CE3-161C-393A-8E66B242FB8C}"/>
          </ac:spMkLst>
        </pc:spChg>
      </pc:sldChg>
      <pc:sldChg chg="addSp delSp modSp mod">
        <pc:chgData name="Jiageng Mi" userId="9ef2361a-baea-4751-b5dd-7ec30bf627a6" providerId="ADAL" clId="{ED3BAF67-0068-4BB9-A018-EE2B64C0FCCC}" dt="2026-04-07T02:35:58.120" v="449" actId="20577"/>
        <pc:sldMkLst>
          <pc:docMk/>
          <pc:sldMk cId="0" sldId="261"/>
        </pc:sldMkLst>
        <pc:spChg chg="mod">
          <ac:chgData name="Jiageng Mi" userId="9ef2361a-baea-4751-b5dd-7ec30bf627a6" providerId="ADAL" clId="{ED3BAF67-0068-4BB9-A018-EE2B64C0FCCC}" dt="2026-04-07T02:29:03.971" v="417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35:58.120" v="449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6T23:50:37.602" v="234" actId="1076"/>
          <ac:spMkLst>
            <pc:docMk/>
            <pc:sldMk cId="0" sldId="261"/>
            <ac:spMk id="8" creationId="{00000000-0000-0000-0000-000000000000}"/>
          </ac:spMkLst>
        </pc:spChg>
        <pc:graphicFrameChg chg="mod modGraphic">
          <ac:chgData name="Jiageng Mi" userId="9ef2361a-baea-4751-b5dd-7ec30bf627a6" providerId="ADAL" clId="{ED3BAF67-0068-4BB9-A018-EE2B64C0FCCC}" dt="2026-04-07T02:29:09.188" v="418" actId="14100"/>
          <ac:graphicFrameMkLst>
            <pc:docMk/>
            <pc:sldMk cId="0" sldId="261"/>
            <ac:graphicFrameMk id="5" creationId="{00000000-0000-0000-0000-000000000000}"/>
          </ac:graphicFrameMkLst>
        </pc:graphicFrameChg>
        <pc:graphicFrameChg chg="mod">
          <ac:chgData name="Jiageng Mi" userId="9ef2361a-baea-4751-b5dd-7ec30bf627a6" providerId="ADAL" clId="{ED3BAF67-0068-4BB9-A018-EE2B64C0FCCC}" dt="2026-04-06T23:50:37.602" v="234" actId="1076"/>
          <ac:graphicFrameMkLst>
            <pc:docMk/>
            <pc:sldMk cId="0" sldId="261"/>
            <ac:graphicFrameMk id="9" creationId="{00000000-0000-0000-0000-000000000000}"/>
          </ac:graphicFrameMkLst>
        </pc:graphicFrameChg>
        <pc:picChg chg="add del">
          <ac:chgData name="Jiageng Mi" userId="9ef2361a-baea-4751-b5dd-7ec30bf627a6" providerId="ADAL" clId="{ED3BAF67-0068-4BB9-A018-EE2B64C0FCCC}" dt="2026-04-06T23:51:41.539" v="241" actId="478"/>
          <ac:picMkLst>
            <pc:docMk/>
            <pc:sldMk cId="0" sldId="261"/>
            <ac:picMk id="4" creationId="{E9744513-83D6-6E45-6C54-CCDF9A348223}"/>
          </ac:picMkLst>
        </pc:picChg>
        <pc:picChg chg="add del mod">
          <ac:chgData name="Jiageng Mi" userId="9ef2361a-baea-4751-b5dd-7ec30bf627a6" providerId="ADAL" clId="{ED3BAF67-0068-4BB9-A018-EE2B64C0FCCC}" dt="2026-04-06T23:52:24.178" v="248" actId="478"/>
          <ac:picMkLst>
            <pc:docMk/>
            <pc:sldMk cId="0" sldId="261"/>
            <ac:picMk id="11" creationId="{A80331C1-5FBC-1991-8F84-16D0CD46C77D}"/>
          </ac:picMkLst>
        </pc:picChg>
        <pc:picChg chg="add del mod">
          <ac:chgData name="Jiageng Mi" userId="9ef2361a-baea-4751-b5dd-7ec30bf627a6" providerId="ADAL" clId="{ED3BAF67-0068-4BB9-A018-EE2B64C0FCCC}" dt="2026-04-06T23:53:22.227" v="252" actId="478"/>
          <ac:picMkLst>
            <pc:docMk/>
            <pc:sldMk cId="0" sldId="261"/>
            <ac:picMk id="14" creationId="{B9770AFE-08C8-436C-14DC-81C569F3912C}"/>
          </ac:picMkLst>
        </pc:picChg>
      </pc:sldChg>
      <pc:sldChg chg="addSp modSp mod">
        <pc:chgData name="Jiageng Mi" userId="9ef2361a-baea-4751-b5dd-7ec30bf627a6" providerId="ADAL" clId="{ED3BAF67-0068-4BB9-A018-EE2B64C0FCCC}" dt="2026-04-07T02:45:26.147" v="597" actId="207"/>
        <pc:sldMkLst>
          <pc:docMk/>
          <pc:sldMk cId="0" sldId="262"/>
        </pc:sldMkLst>
        <pc:spChg chg="add mod">
          <ac:chgData name="Jiageng Mi" userId="9ef2361a-baea-4751-b5dd-7ec30bf627a6" providerId="ADAL" clId="{ED3BAF67-0068-4BB9-A018-EE2B64C0FCCC}" dt="2026-04-07T02:42:28.797" v="510" actId="20577"/>
          <ac:spMkLst>
            <pc:docMk/>
            <pc:sldMk cId="0" sldId="262"/>
            <ac:spMk id="2" creationId="{529D37C1-9CC2-1E84-B4F4-8D0FA4DA580F}"/>
          </ac:spMkLst>
        </pc:spChg>
        <pc:spChg chg="add mod">
          <ac:chgData name="Jiageng Mi" userId="9ef2361a-baea-4751-b5dd-7ec30bf627a6" providerId="ADAL" clId="{ED3BAF67-0068-4BB9-A018-EE2B64C0FCCC}" dt="2026-04-07T02:45:26.147" v="597" actId="207"/>
          <ac:spMkLst>
            <pc:docMk/>
            <pc:sldMk cId="0" sldId="262"/>
            <ac:spMk id="4" creationId="{22B9EF45-C253-3409-1711-9735F88B371B}"/>
          </ac:spMkLst>
        </pc:spChg>
        <pc:spChg chg="mod">
          <ac:chgData name="Jiageng Mi" userId="9ef2361a-baea-4751-b5dd-7ec30bf627a6" providerId="ADAL" clId="{ED3BAF67-0068-4BB9-A018-EE2B64C0FCCC}" dt="2026-04-07T02:42:03.395" v="486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45:01.086" v="577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42:12.004" v="487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42:12.004" v="487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42:49.738" v="530" actId="1035"/>
          <ac:spMkLst>
            <pc:docMk/>
            <pc:sldMk cId="0" sldId="262"/>
            <ac:spMk id="9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42:49.738" v="530" actId="1035"/>
          <ac:spMkLst>
            <pc:docMk/>
            <pc:sldMk cId="0" sldId="262"/>
            <ac:spMk id="10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42:49.738" v="530" actId="103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42:49.738" v="530" actId="1035"/>
          <ac:spMkLst>
            <pc:docMk/>
            <pc:sldMk cId="0" sldId="262"/>
            <ac:spMk id="12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42:49.738" v="530" actId="1035"/>
          <ac:spMkLst>
            <pc:docMk/>
            <pc:sldMk cId="0" sldId="262"/>
            <ac:spMk id="13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42:49.738" v="530" actId="1035"/>
          <ac:spMkLst>
            <pc:docMk/>
            <pc:sldMk cId="0" sldId="262"/>
            <ac:spMk id="14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34:18.280" v="438" actId="14100"/>
          <ac:spMkLst>
            <pc:docMk/>
            <pc:sldMk cId="0" sldId="262"/>
            <ac:spMk id="15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34:13.288" v="437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44:39.309" v="568" actId="20577"/>
          <ac:spMkLst>
            <pc:docMk/>
            <pc:sldMk cId="0" sldId="262"/>
            <ac:spMk id="17" creationId="{00000000-0000-0000-0000-000000000000}"/>
          </ac:spMkLst>
        </pc:spChg>
        <pc:graphicFrameChg chg="mod modGraphic">
          <ac:chgData name="Jiageng Mi" userId="9ef2361a-baea-4751-b5dd-7ec30bf627a6" providerId="ADAL" clId="{ED3BAF67-0068-4BB9-A018-EE2B64C0FCCC}" dt="2026-04-07T02:34:32.872" v="441" actId="2062"/>
          <ac:graphicFrameMkLst>
            <pc:docMk/>
            <pc:sldMk cId="0" sldId="262"/>
            <ac:graphicFrameMk id="18" creationId="{00000000-0000-0000-0000-000000000000}"/>
          </ac:graphicFrameMkLst>
        </pc:graphicFrameChg>
      </pc:sldChg>
      <pc:sldChg chg="addSp modSp mod">
        <pc:chgData name="Jiageng Mi" userId="9ef2361a-baea-4751-b5dd-7ec30bf627a6" providerId="ADAL" clId="{ED3BAF67-0068-4BB9-A018-EE2B64C0FCCC}" dt="2026-04-07T02:38:18.771" v="453"/>
        <pc:sldMkLst>
          <pc:docMk/>
          <pc:sldMk cId="0" sldId="263"/>
        </pc:sldMkLst>
        <pc:spChg chg="add mod">
          <ac:chgData name="Jiageng Mi" userId="9ef2361a-baea-4751-b5dd-7ec30bf627a6" providerId="ADAL" clId="{ED3BAF67-0068-4BB9-A018-EE2B64C0FCCC}" dt="2026-04-07T02:35:02.479" v="445" actId="14100"/>
          <ac:spMkLst>
            <pc:docMk/>
            <pc:sldMk cId="0" sldId="263"/>
            <ac:spMk id="2" creationId="{3A3E6EDD-B728-B095-E030-D878017CA54D}"/>
          </ac:spMkLst>
        </pc:spChg>
        <pc:spChg chg="mod">
          <ac:chgData name="Jiageng Mi" userId="9ef2361a-baea-4751-b5dd-7ec30bf627a6" providerId="ADAL" clId="{ED3BAF67-0068-4BB9-A018-EE2B64C0FCCC}" dt="2026-04-07T02:38:18.771" v="453"/>
          <ac:spMkLst>
            <pc:docMk/>
            <pc:sldMk cId="0" sldId="263"/>
            <ac:spMk id="20" creationId="{00000000-0000-0000-0000-000000000000}"/>
          </ac:spMkLst>
        </pc:spChg>
      </pc:sldChg>
      <pc:sldChg chg="modSp mod">
        <pc:chgData name="Jiageng Mi" userId="9ef2361a-baea-4751-b5dd-7ec30bf627a6" providerId="ADAL" clId="{ED3BAF67-0068-4BB9-A018-EE2B64C0FCCC}" dt="2026-04-07T02:39:23.243" v="461" actId="20577"/>
        <pc:sldMkLst>
          <pc:docMk/>
          <pc:sldMk cId="0" sldId="264"/>
        </pc:sldMkLst>
        <pc:spChg chg="mod">
          <ac:chgData name="Jiageng Mi" userId="9ef2361a-baea-4751-b5dd-7ec30bf627a6" providerId="ADAL" clId="{ED3BAF67-0068-4BB9-A018-EE2B64C0FCCC}" dt="2026-04-07T02:39:23.243" v="461" actId="20577"/>
          <ac:spMkLst>
            <pc:docMk/>
            <pc:sldMk cId="0" sldId="264"/>
            <ac:spMk id="16" creationId="{00000000-0000-0000-0000-000000000000}"/>
          </ac:spMkLst>
        </pc:spChg>
      </pc:sldChg>
      <pc:sldChg chg="addSp delSp modSp mod">
        <pc:chgData name="Jiageng Mi" userId="9ef2361a-baea-4751-b5dd-7ec30bf627a6" providerId="ADAL" clId="{ED3BAF67-0068-4BB9-A018-EE2B64C0FCCC}" dt="2026-04-07T02:47:28.147" v="610" actId="1076"/>
        <pc:sldMkLst>
          <pc:docMk/>
          <pc:sldMk cId="0" sldId="265"/>
        </pc:sldMkLst>
        <pc:spChg chg="mod">
          <ac:chgData name="Jiageng Mi" userId="9ef2361a-baea-4751-b5dd-7ec30bf627a6" providerId="ADAL" clId="{ED3BAF67-0068-4BB9-A018-EE2B64C0FCCC}" dt="2026-04-07T02:47:28.147" v="610" actId="1076"/>
          <ac:spMkLst>
            <pc:docMk/>
            <pc:sldMk cId="0" sldId="265"/>
            <ac:spMk id="21" creationId="{00000000-0000-0000-0000-000000000000}"/>
          </ac:spMkLst>
        </pc:spChg>
        <pc:graphicFrameChg chg="mod modGraphic">
          <ac:chgData name="Jiageng Mi" userId="9ef2361a-baea-4751-b5dd-7ec30bf627a6" providerId="ADAL" clId="{ED3BAF67-0068-4BB9-A018-EE2B64C0FCCC}" dt="2026-04-07T02:47:12.174" v="609" actId="1076"/>
          <ac:graphicFrameMkLst>
            <pc:docMk/>
            <pc:sldMk cId="0" sldId="265"/>
            <ac:graphicFrameMk id="22" creationId="{00000000-0000-0000-0000-000000000000}"/>
          </ac:graphicFrameMkLst>
        </pc:graphicFrameChg>
        <pc:picChg chg="add del mod">
          <ac:chgData name="Jiageng Mi" userId="9ef2361a-baea-4751-b5dd-7ec30bf627a6" providerId="ADAL" clId="{ED3BAF67-0068-4BB9-A018-EE2B64C0FCCC}" dt="2026-04-07T02:46:49.249" v="603" actId="478"/>
          <ac:picMkLst>
            <pc:docMk/>
            <pc:sldMk cId="0" sldId="265"/>
            <ac:picMk id="4" creationId="{5FE07DA7-5F69-FC47-5712-5735DAEB3B5F}"/>
          </ac:picMkLst>
        </pc:picChg>
        <pc:picChg chg="add mod">
          <ac:chgData name="Jiageng Mi" userId="9ef2361a-baea-4751-b5dd-7ec30bf627a6" providerId="ADAL" clId="{ED3BAF67-0068-4BB9-A018-EE2B64C0FCCC}" dt="2026-04-07T02:47:05.461" v="607" actId="1076"/>
          <ac:picMkLst>
            <pc:docMk/>
            <pc:sldMk cId="0" sldId="265"/>
            <ac:picMk id="24" creationId="{0179D3C6-DE99-220A-6980-0138593CCECF}"/>
          </ac:picMkLst>
        </pc:picChg>
      </pc:sldChg>
      <pc:sldChg chg="modSp mod">
        <pc:chgData name="Jiageng Mi" userId="9ef2361a-baea-4751-b5dd-7ec30bf627a6" providerId="ADAL" clId="{ED3BAF67-0068-4BB9-A018-EE2B64C0FCCC}" dt="2026-04-07T02:49:16.909" v="622" actId="403"/>
        <pc:sldMkLst>
          <pc:docMk/>
          <pc:sldMk cId="0" sldId="266"/>
        </pc:sldMkLst>
        <pc:spChg chg="mod">
          <ac:chgData name="Jiageng Mi" userId="9ef2361a-baea-4751-b5dd-7ec30bf627a6" providerId="ADAL" clId="{ED3BAF67-0068-4BB9-A018-EE2B64C0FCCC}" dt="2026-04-07T02:49:16.909" v="622" actId="403"/>
          <ac:spMkLst>
            <pc:docMk/>
            <pc:sldMk cId="0" sldId="266"/>
            <ac:spMk id="9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49:16.909" v="622" actId="403"/>
          <ac:spMkLst>
            <pc:docMk/>
            <pc:sldMk cId="0" sldId="266"/>
            <ac:spMk id="10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49:16.909" v="622" actId="403"/>
          <ac:spMkLst>
            <pc:docMk/>
            <pc:sldMk cId="0" sldId="266"/>
            <ac:spMk id="11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49:16.909" v="622" actId="403"/>
          <ac:spMkLst>
            <pc:docMk/>
            <pc:sldMk cId="0" sldId="266"/>
            <ac:spMk id="16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49:16.909" v="622" actId="403"/>
          <ac:spMkLst>
            <pc:docMk/>
            <pc:sldMk cId="0" sldId="266"/>
            <ac:spMk id="17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49:16.909" v="622" actId="403"/>
          <ac:spMkLst>
            <pc:docMk/>
            <pc:sldMk cId="0" sldId="266"/>
            <ac:spMk id="18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49:16.909" v="622" actId="403"/>
          <ac:spMkLst>
            <pc:docMk/>
            <pc:sldMk cId="0" sldId="266"/>
            <ac:spMk id="23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49:16.909" v="622" actId="403"/>
          <ac:spMkLst>
            <pc:docMk/>
            <pc:sldMk cId="0" sldId="266"/>
            <ac:spMk id="24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49:16.909" v="622" actId="403"/>
          <ac:spMkLst>
            <pc:docMk/>
            <pc:sldMk cId="0" sldId="266"/>
            <ac:spMk id="25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48:11.366" v="615" actId="113"/>
          <ac:spMkLst>
            <pc:docMk/>
            <pc:sldMk cId="0" sldId="266"/>
            <ac:spMk id="27" creationId="{00000000-0000-0000-0000-000000000000}"/>
          </ac:spMkLst>
        </pc:spChg>
      </pc:sldChg>
      <pc:sldChg chg="delSp modSp mod">
        <pc:chgData name="Jiageng Mi" userId="9ef2361a-baea-4751-b5dd-7ec30bf627a6" providerId="ADAL" clId="{ED3BAF67-0068-4BB9-A018-EE2B64C0FCCC}" dt="2026-04-07T02:48:50.931" v="621" actId="14100"/>
        <pc:sldMkLst>
          <pc:docMk/>
          <pc:sldMk cId="0" sldId="267"/>
        </pc:sldMkLst>
        <pc:spChg chg="mod">
          <ac:chgData name="Jiageng Mi" userId="9ef2361a-baea-4751-b5dd-7ec30bf627a6" providerId="ADAL" clId="{ED3BAF67-0068-4BB9-A018-EE2B64C0FCCC}" dt="2026-04-07T02:48:41.746" v="620" actId="14100"/>
          <ac:spMkLst>
            <pc:docMk/>
            <pc:sldMk cId="0" sldId="267"/>
            <ac:spMk id="8" creationId="{00000000-0000-0000-0000-000000000000}"/>
          </ac:spMkLst>
        </pc:spChg>
        <pc:graphicFrameChg chg="mod modGraphic">
          <ac:chgData name="Jiageng Mi" userId="9ef2361a-baea-4751-b5dd-7ec30bf627a6" providerId="ADAL" clId="{ED3BAF67-0068-4BB9-A018-EE2B64C0FCCC}" dt="2026-04-07T02:48:50.931" v="621" actId="14100"/>
          <ac:graphicFrameMkLst>
            <pc:docMk/>
            <pc:sldMk cId="0" sldId="267"/>
            <ac:graphicFrameMk id="11" creationId="{00000000-0000-0000-0000-000000000000}"/>
          </ac:graphicFrameMkLst>
        </pc:graphicFrameChg>
        <pc:picChg chg="del">
          <ac:chgData name="Jiageng Mi" userId="9ef2361a-baea-4751-b5dd-7ec30bf627a6" providerId="ADAL" clId="{ED3BAF67-0068-4BB9-A018-EE2B64C0FCCC}" dt="2026-04-06T05:37:05.320" v="64" actId="478"/>
          <ac:picMkLst>
            <pc:docMk/>
            <pc:sldMk cId="0" sldId="267"/>
            <ac:picMk id="2" creationId="{00000000-0000-0000-0000-000000000000}"/>
          </ac:picMkLst>
        </pc:picChg>
      </pc:sldChg>
      <pc:sldChg chg="addSp delSp modSp mod">
        <pc:chgData name="Jiageng Mi" userId="9ef2361a-baea-4751-b5dd-7ec30bf627a6" providerId="ADAL" clId="{ED3BAF67-0068-4BB9-A018-EE2B64C0FCCC}" dt="2026-04-07T03:09:40.853" v="674" actId="14734"/>
        <pc:sldMkLst>
          <pc:docMk/>
          <pc:sldMk cId="0" sldId="268"/>
        </pc:sldMkLst>
        <pc:spChg chg="mod">
          <ac:chgData name="Jiageng Mi" userId="9ef2361a-baea-4751-b5dd-7ec30bf627a6" providerId="ADAL" clId="{ED3BAF67-0068-4BB9-A018-EE2B64C0FCCC}" dt="2026-04-07T03:07:09.118" v="639"/>
          <ac:spMkLst>
            <pc:docMk/>
            <pc:sldMk cId="0" sldId="268"/>
            <ac:spMk id="3" creationId="{00000000-0000-0000-0000-000000000000}"/>
          </ac:spMkLst>
        </pc:spChg>
        <pc:spChg chg="del mod">
          <ac:chgData name="Jiageng Mi" userId="9ef2361a-baea-4751-b5dd-7ec30bf627a6" providerId="ADAL" clId="{ED3BAF67-0068-4BB9-A018-EE2B64C0FCCC}" dt="2026-04-07T03:08:07.224" v="649" actId="478"/>
          <ac:spMkLst>
            <pc:docMk/>
            <pc:sldMk cId="0" sldId="268"/>
            <ac:spMk id="5" creationId="{00000000-0000-0000-0000-000000000000}"/>
          </ac:spMkLst>
        </pc:spChg>
        <pc:spChg chg="del mod">
          <ac:chgData name="Jiageng Mi" userId="9ef2361a-baea-4751-b5dd-7ec30bf627a6" providerId="ADAL" clId="{ED3BAF67-0068-4BB9-A018-EE2B64C0FCCC}" dt="2026-04-07T03:08:07.224" v="649" actId="478"/>
          <ac:spMkLst>
            <pc:docMk/>
            <pc:sldMk cId="0" sldId="268"/>
            <ac:spMk id="6" creationId="{00000000-0000-0000-0000-000000000000}"/>
          </ac:spMkLst>
        </pc:spChg>
        <pc:spChg chg="del mod">
          <ac:chgData name="Jiageng Mi" userId="9ef2361a-baea-4751-b5dd-7ec30bf627a6" providerId="ADAL" clId="{ED3BAF67-0068-4BB9-A018-EE2B64C0FCCC}" dt="2026-04-07T03:08:07.224" v="649" actId="478"/>
          <ac:spMkLst>
            <pc:docMk/>
            <pc:sldMk cId="0" sldId="268"/>
            <ac:spMk id="8" creationId="{00000000-0000-0000-0000-000000000000}"/>
          </ac:spMkLst>
        </pc:spChg>
        <pc:spChg chg="del mod">
          <ac:chgData name="Jiageng Mi" userId="9ef2361a-baea-4751-b5dd-7ec30bf627a6" providerId="ADAL" clId="{ED3BAF67-0068-4BB9-A018-EE2B64C0FCCC}" dt="2026-04-07T03:08:07.224" v="649" actId="478"/>
          <ac:spMkLst>
            <pc:docMk/>
            <pc:sldMk cId="0" sldId="268"/>
            <ac:spMk id="9" creationId="{00000000-0000-0000-0000-000000000000}"/>
          </ac:spMkLst>
        </pc:spChg>
        <pc:spChg chg="del mod">
          <ac:chgData name="Jiageng Mi" userId="9ef2361a-baea-4751-b5dd-7ec30bf627a6" providerId="ADAL" clId="{ED3BAF67-0068-4BB9-A018-EE2B64C0FCCC}" dt="2026-04-07T03:08:07.224" v="649" actId="478"/>
          <ac:spMkLst>
            <pc:docMk/>
            <pc:sldMk cId="0" sldId="268"/>
            <ac:spMk id="11" creationId="{00000000-0000-0000-0000-000000000000}"/>
          </ac:spMkLst>
        </pc:spChg>
        <pc:spChg chg="del mod">
          <ac:chgData name="Jiageng Mi" userId="9ef2361a-baea-4751-b5dd-7ec30bf627a6" providerId="ADAL" clId="{ED3BAF67-0068-4BB9-A018-EE2B64C0FCCC}" dt="2026-04-07T03:08:07.224" v="649" actId="478"/>
          <ac:spMkLst>
            <pc:docMk/>
            <pc:sldMk cId="0" sldId="268"/>
            <ac:spMk id="14" creationId="{00000000-0000-0000-0000-000000000000}"/>
          </ac:spMkLst>
        </pc:spChg>
        <pc:spChg chg="del mod">
          <ac:chgData name="Jiageng Mi" userId="9ef2361a-baea-4751-b5dd-7ec30bf627a6" providerId="ADAL" clId="{ED3BAF67-0068-4BB9-A018-EE2B64C0FCCC}" dt="2026-04-07T03:08:07.224" v="649" actId="478"/>
          <ac:spMkLst>
            <pc:docMk/>
            <pc:sldMk cId="0" sldId="268"/>
            <ac:spMk id="15" creationId="{00000000-0000-0000-0000-000000000000}"/>
          </ac:spMkLst>
        </pc:spChg>
        <pc:spChg chg="del mod">
          <ac:chgData name="Jiageng Mi" userId="9ef2361a-baea-4751-b5dd-7ec30bf627a6" providerId="ADAL" clId="{ED3BAF67-0068-4BB9-A018-EE2B64C0FCCC}" dt="2026-04-07T03:08:07.224" v="649" actId="478"/>
          <ac:spMkLst>
            <pc:docMk/>
            <pc:sldMk cId="0" sldId="268"/>
            <ac:spMk id="17" creationId="{00000000-0000-0000-0000-000000000000}"/>
          </ac:spMkLst>
        </pc:spChg>
        <pc:grpChg chg="add del mod">
          <ac:chgData name="Jiageng Mi" userId="9ef2361a-baea-4751-b5dd-7ec30bf627a6" providerId="ADAL" clId="{ED3BAF67-0068-4BB9-A018-EE2B64C0FCCC}" dt="2026-04-07T03:09:20.126" v="667" actId="165"/>
          <ac:grpSpMkLst>
            <pc:docMk/>
            <pc:sldMk cId="0" sldId="268"/>
            <ac:grpSpMk id="19" creationId="{940457DA-AC50-80FA-4959-856C827026EE}"/>
          </ac:grpSpMkLst>
        </pc:grpChg>
        <pc:graphicFrameChg chg="add mod modGraphic">
          <ac:chgData name="Jiageng Mi" userId="9ef2361a-baea-4751-b5dd-7ec30bf627a6" providerId="ADAL" clId="{ED3BAF67-0068-4BB9-A018-EE2B64C0FCCC}" dt="2026-04-07T03:09:40.853" v="674" actId="14734"/>
          <ac:graphicFrameMkLst>
            <pc:docMk/>
            <pc:sldMk cId="0" sldId="268"/>
            <ac:graphicFrameMk id="2" creationId="{D12F9249-F7C2-F555-7399-1586B222814D}"/>
          </ac:graphicFrameMkLst>
        </pc:graphicFrameChg>
        <pc:graphicFrameChg chg="del">
          <ac:chgData name="Jiageng Mi" userId="9ef2361a-baea-4751-b5dd-7ec30bf627a6" providerId="ADAL" clId="{ED3BAF67-0068-4BB9-A018-EE2B64C0FCCC}" dt="2026-04-07T03:07:39.978" v="641" actId="478"/>
          <ac:graphicFrameMkLst>
            <pc:docMk/>
            <pc:sldMk cId="0" sldId="268"/>
            <ac:graphicFrameMk id="12" creationId="{00000000-0000-0000-0000-000000000000}"/>
          </ac:graphicFrameMkLst>
        </pc:graphicFrameChg>
        <pc:picChg chg="add mod topLvl">
          <ac:chgData name="Jiageng Mi" userId="9ef2361a-baea-4751-b5dd-7ec30bf627a6" providerId="ADAL" clId="{ED3BAF67-0068-4BB9-A018-EE2B64C0FCCC}" dt="2026-04-07T03:09:20.126" v="667" actId="165"/>
          <ac:picMkLst>
            <pc:docMk/>
            <pc:sldMk cId="0" sldId="268"/>
            <ac:picMk id="4" creationId="{864B15ED-6D29-5DB9-596A-03FAF335E9F8}"/>
          </ac:picMkLst>
        </pc:picChg>
        <pc:picChg chg="del mod">
          <ac:chgData name="Jiageng Mi" userId="9ef2361a-baea-4751-b5dd-7ec30bf627a6" providerId="ADAL" clId="{ED3BAF67-0068-4BB9-A018-EE2B64C0FCCC}" dt="2026-04-07T03:08:07.224" v="649" actId="478"/>
          <ac:picMkLst>
            <pc:docMk/>
            <pc:sldMk cId="0" sldId="268"/>
            <ac:picMk id="7" creationId="{00000000-0000-0000-0000-000000000000}"/>
          </ac:picMkLst>
        </pc:picChg>
        <pc:picChg chg="del mod">
          <ac:chgData name="Jiageng Mi" userId="9ef2361a-baea-4751-b5dd-7ec30bf627a6" providerId="ADAL" clId="{ED3BAF67-0068-4BB9-A018-EE2B64C0FCCC}" dt="2026-04-07T03:08:07.224" v="649" actId="478"/>
          <ac:picMkLst>
            <pc:docMk/>
            <pc:sldMk cId="0" sldId="268"/>
            <ac:picMk id="16" creationId="{00000000-0000-0000-0000-000000000000}"/>
          </ac:picMkLst>
        </pc:picChg>
        <pc:picChg chg="add mod topLvl">
          <ac:chgData name="Jiageng Mi" userId="9ef2361a-baea-4751-b5dd-7ec30bf627a6" providerId="ADAL" clId="{ED3BAF67-0068-4BB9-A018-EE2B64C0FCCC}" dt="2026-04-07T03:09:20.126" v="667" actId="165"/>
          <ac:picMkLst>
            <pc:docMk/>
            <pc:sldMk cId="0" sldId="268"/>
            <ac:picMk id="18" creationId="{536FB93C-1049-8348-6E1A-E31E3E4916B5}"/>
          </ac:picMkLst>
        </pc:picChg>
      </pc:sldChg>
      <pc:sldChg chg="addSp delSp modSp mod modShow">
        <pc:chgData name="Jiageng Mi" userId="9ef2361a-baea-4751-b5dd-7ec30bf627a6" providerId="ADAL" clId="{ED3BAF67-0068-4BB9-A018-EE2B64C0FCCC}" dt="2026-04-07T03:08:50.092" v="666" actId="729"/>
        <pc:sldMkLst>
          <pc:docMk/>
          <pc:sldMk cId="0" sldId="269"/>
        </pc:sldMkLst>
        <pc:spChg chg="mod topLvl">
          <ac:chgData name="Jiageng Mi" userId="9ef2361a-baea-4751-b5dd-7ec30bf627a6" providerId="ADAL" clId="{ED3BAF67-0068-4BB9-A018-EE2B64C0FCCC}" dt="2026-04-07T03:04:33.964" v="635" actId="403"/>
          <ac:spMkLst>
            <pc:docMk/>
            <pc:sldMk cId="0" sldId="269"/>
            <ac:spMk id="5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51:48.369" v="628" actId="14100"/>
          <ac:spMkLst>
            <pc:docMk/>
            <pc:sldMk cId="0" sldId="269"/>
            <ac:spMk id="6" creationId="{00000000-0000-0000-0000-000000000000}"/>
          </ac:spMkLst>
        </pc:spChg>
        <pc:spChg chg="mod">
          <ac:chgData name="Jiageng Mi" userId="9ef2361a-baea-4751-b5dd-7ec30bf627a6" providerId="ADAL" clId="{ED3BAF67-0068-4BB9-A018-EE2B64C0FCCC}" dt="2026-04-07T02:51:51.824" v="629" actId="1076"/>
          <ac:spMkLst>
            <pc:docMk/>
            <pc:sldMk cId="0" sldId="269"/>
            <ac:spMk id="7" creationId="{00000000-0000-0000-0000-000000000000}"/>
          </ac:spMkLst>
        </pc:spChg>
        <pc:spChg chg="mod topLvl">
          <ac:chgData name="Jiageng Mi" userId="9ef2361a-baea-4751-b5dd-7ec30bf627a6" providerId="ADAL" clId="{ED3BAF67-0068-4BB9-A018-EE2B64C0FCCC}" dt="2026-04-07T03:04:33.964" v="635" actId="403"/>
          <ac:spMkLst>
            <pc:docMk/>
            <pc:sldMk cId="0" sldId="269"/>
            <ac:spMk id="9" creationId="{00000000-0000-0000-0000-000000000000}"/>
          </ac:spMkLst>
        </pc:spChg>
        <pc:spChg chg="mod topLvl">
          <ac:chgData name="Jiageng Mi" userId="9ef2361a-baea-4751-b5dd-7ec30bf627a6" providerId="ADAL" clId="{ED3BAF67-0068-4BB9-A018-EE2B64C0FCCC}" dt="2026-04-07T03:04:33.964" v="635" actId="403"/>
          <ac:spMkLst>
            <pc:docMk/>
            <pc:sldMk cId="0" sldId="269"/>
            <ac:spMk id="11" creationId="{00000000-0000-0000-0000-000000000000}"/>
          </ac:spMkLst>
        </pc:spChg>
        <pc:spChg chg="mod topLvl">
          <ac:chgData name="Jiageng Mi" userId="9ef2361a-baea-4751-b5dd-7ec30bf627a6" providerId="ADAL" clId="{ED3BAF67-0068-4BB9-A018-EE2B64C0FCCC}" dt="2026-04-07T03:04:33.964" v="635" actId="403"/>
          <ac:spMkLst>
            <pc:docMk/>
            <pc:sldMk cId="0" sldId="269"/>
            <ac:spMk id="15" creationId="{00000000-0000-0000-0000-000000000000}"/>
          </ac:spMkLst>
        </pc:spChg>
        <pc:grpChg chg="add del mod">
          <ac:chgData name="Jiageng Mi" userId="9ef2361a-baea-4751-b5dd-7ec30bf627a6" providerId="ADAL" clId="{ED3BAF67-0068-4BB9-A018-EE2B64C0FCCC}" dt="2026-04-07T02:52:16.884" v="632" actId="165"/>
          <ac:grpSpMkLst>
            <pc:docMk/>
            <pc:sldMk cId="0" sldId="269"/>
            <ac:grpSpMk id="2" creationId="{84C978D5-DD4C-3D11-F323-F3EB20DE356C}"/>
          </ac:grpSpMkLst>
        </pc:grpChg>
        <pc:picChg chg="mod topLvl">
          <ac:chgData name="Jiageng Mi" userId="9ef2361a-baea-4751-b5dd-7ec30bf627a6" providerId="ADAL" clId="{ED3BAF67-0068-4BB9-A018-EE2B64C0FCCC}" dt="2026-04-07T02:52:35.384" v="634" actId="14100"/>
          <ac:picMkLst>
            <pc:docMk/>
            <pc:sldMk cId="0" sldId="269"/>
            <ac:picMk id="8" creationId="{00000000-0000-0000-0000-000000000000}"/>
          </ac:picMkLst>
        </pc:picChg>
        <pc:picChg chg="mod topLvl">
          <ac:chgData name="Jiageng Mi" userId="9ef2361a-baea-4751-b5dd-7ec30bf627a6" providerId="ADAL" clId="{ED3BAF67-0068-4BB9-A018-EE2B64C0FCCC}" dt="2026-04-07T02:52:35.384" v="634" actId="14100"/>
          <ac:picMkLst>
            <pc:docMk/>
            <pc:sldMk cId="0" sldId="269"/>
            <ac:picMk id="10" creationId="{00000000-0000-0000-0000-000000000000}"/>
          </ac:picMkLst>
        </pc:picChg>
        <pc:picChg chg="mod topLvl">
          <ac:chgData name="Jiageng Mi" userId="9ef2361a-baea-4751-b5dd-7ec30bf627a6" providerId="ADAL" clId="{ED3BAF67-0068-4BB9-A018-EE2B64C0FCCC}" dt="2026-04-07T02:52:35.384" v="634" actId="14100"/>
          <ac:picMkLst>
            <pc:docMk/>
            <pc:sldMk cId="0" sldId="269"/>
            <ac:picMk id="12" creationId="{00000000-0000-0000-0000-000000000000}"/>
          </ac:picMkLst>
        </pc:picChg>
        <pc:picChg chg="mod topLvl">
          <ac:chgData name="Jiageng Mi" userId="9ef2361a-baea-4751-b5dd-7ec30bf627a6" providerId="ADAL" clId="{ED3BAF67-0068-4BB9-A018-EE2B64C0FCCC}" dt="2026-04-07T02:52:35.384" v="634" actId="14100"/>
          <ac:picMkLst>
            <pc:docMk/>
            <pc:sldMk cId="0" sldId="269"/>
            <ac:picMk id="14" creationId="{00000000-0000-0000-0000-000000000000}"/>
          </ac:picMkLst>
        </pc:picChg>
      </pc:sldChg>
      <pc:sldChg chg="mod modShow">
        <pc:chgData name="Jiageng Mi" userId="9ef2361a-baea-4751-b5dd-7ec30bf627a6" providerId="ADAL" clId="{ED3BAF67-0068-4BB9-A018-EE2B64C0FCCC}" dt="2026-04-07T03:05:31.565" v="636" actId="729"/>
        <pc:sldMkLst>
          <pc:docMk/>
          <pc:sldMk cId="0" sldId="270"/>
        </pc:sldMkLst>
      </pc:sldChg>
      <pc:sldChg chg="addSp delSp mod">
        <pc:chgData name="Jiageng Mi" userId="9ef2361a-baea-4751-b5dd-7ec30bf627a6" providerId="ADAL" clId="{ED3BAF67-0068-4BB9-A018-EE2B64C0FCCC}" dt="2026-04-05T07:23:32.904" v="2" actId="22"/>
        <pc:sldMkLst>
          <pc:docMk/>
          <pc:sldMk cId="0" sldId="274"/>
        </pc:sldMkLst>
      </pc:sldChg>
      <pc:sldChg chg="modSp mod">
        <pc:chgData name="Jiageng Mi" userId="9ef2361a-baea-4751-b5dd-7ec30bf627a6" providerId="ADAL" clId="{ED3BAF67-0068-4BB9-A018-EE2B64C0FCCC}" dt="2026-04-06T22:10:55.379" v="66" actId="20577"/>
        <pc:sldMkLst>
          <pc:docMk/>
          <pc:sldMk cId="0" sldId="277"/>
        </pc:sldMkLst>
        <pc:spChg chg="mod">
          <ac:chgData name="Jiageng Mi" userId="9ef2361a-baea-4751-b5dd-7ec30bf627a6" providerId="ADAL" clId="{ED3BAF67-0068-4BB9-A018-EE2B64C0FCCC}" dt="2026-04-06T22:10:55.379" v="66" actId="20577"/>
          <ac:spMkLst>
            <pc:docMk/>
            <pc:sldMk cId="0" sldId="277"/>
            <ac:spMk id="2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3BF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043-4F79-96C8-BBE6273F51A7}"/>
              </c:ext>
            </c:extLst>
          </c:dPt>
          <c:dPt>
            <c:idx val="1"/>
            <c:bubble3D val="0"/>
            <c:spPr>
              <a:solidFill>
                <a:srgbClr val="EE2C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043-4F79-96C8-BBE6273F51A7}"/>
              </c:ext>
            </c:extLst>
          </c:dPt>
          <c:cat>
            <c:strRef>
              <c:f>Sheet1!$A$2:$A$3</c:f>
              <c:strCache>
                <c:ptCount val="2"/>
                <c:pt idx="0">
                  <c:v>LOW (97.3%)</c:v>
                </c:pt>
                <c:pt idx="1">
                  <c:v>HIGH (2.7%)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97.3</c:v>
                </c:pt>
                <c:pt idx="1">
                  <c:v>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043-4F79-96C8-BBE6273F51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B2B2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3BF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C65-4BD2-81C1-E28A34A0DDF8}"/>
              </c:ext>
            </c:extLst>
          </c:dPt>
          <c:dPt>
            <c:idx val="1"/>
            <c:bubble3D val="0"/>
            <c:spPr>
              <a:solidFill>
                <a:srgbClr val="46A6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C65-4BD2-81C1-E28A34A0DDF8}"/>
              </c:ext>
            </c:extLst>
          </c:dPt>
          <c:cat>
            <c:strRef>
              <c:f>Sheet1!$A$2:$A$3</c:f>
              <c:strCache>
                <c:ptCount val="2"/>
                <c:pt idx="0">
                  <c:v>LOW (96.3%)</c:v>
                </c:pt>
                <c:pt idx="1">
                  <c:v>HIGH (3.7%)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96.3</c:v>
                </c:pt>
                <c:pt idx="1">
                  <c:v>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C65-4BD2-81C1-E28A34A0DD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B2B2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F1</c:v>
                </c:pt>
              </c:strCache>
            </c:strRef>
          </c:tx>
          <c:spPr>
            <a:solidFill>
              <a:srgbClr val="FFA300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RandomForest</c:v>
                </c:pt>
                <c:pt idx="1">
                  <c:v>HistGBoost</c:v>
                </c:pt>
                <c:pt idx="2">
                  <c:v>LogReg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0.98699999999999999</c:v>
                </c:pt>
                <c:pt idx="1">
                  <c:v>1</c:v>
                </c:pt>
                <c:pt idx="2">
                  <c:v>0.317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F5-4008-9032-75CB19CC24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F1</c:v>
                </c:pt>
              </c:strCache>
            </c:strRef>
          </c:tx>
          <c:spPr>
            <a:solidFill>
              <a:srgbClr val="EE2C2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RandomForest</c:v>
                </c:pt>
                <c:pt idx="1">
                  <c:v>HistGBoost</c:v>
                </c:pt>
                <c:pt idx="2">
                  <c:v>LogReg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0.35299999999999998</c:v>
                </c:pt>
                <c:pt idx="1">
                  <c:v>0.57099999999999995</c:v>
                </c:pt>
                <c:pt idx="2">
                  <c:v>0.29599999999999999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F5-4008-9032-75CB19CC2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85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C3BF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RF</c:v>
                </c:pt>
                <c:pt idx="1">
                  <c:v>HGB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64.3</c:v>
                </c:pt>
                <c:pt idx="1">
                  <c:v>42.9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DE-496F-928B-3C61FDC871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46A67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RF</c:v>
                </c:pt>
                <c:pt idx="1">
                  <c:v>HGB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19.2</c:v>
                </c:pt>
                <c:pt idx="1">
                  <c:v>33.299999999999997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DE-496F-928B-3C61FDC871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85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(%)</c:v>
                </c:pt>
              </c:strCache>
            </c:strRef>
          </c:tx>
          <c:spPr>
            <a:solidFill>
              <a:srgbClr val="EE2C2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day_of_week</c:v>
                </c:pt>
                <c:pt idx="1">
                  <c:v>pressure_gradient</c:v>
                </c:pt>
                <c:pt idx="2">
                  <c:v>so2_concentration</c:v>
                </c:pt>
                <c:pt idx="3">
                  <c:v>month</c:v>
                </c:pt>
                <c:pt idx="4">
                  <c:v>humidity</c:v>
                </c:pt>
                <c:pt idx="5">
                  <c:v>temperature</c:v>
                </c:pt>
                <c:pt idx="6">
                  <c:v>distance_to_fire</c:v>
                </c:pt>
                <c:pt idx="7">
                  <c:v>wind_speed</c:v>
                </c:pt>
                <c:pt idx="8">
                  <c:v>fire_count</c:v>
                </c:pt>
                <c:pt idx="9">
                  <c:v>aerosol_index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38</c:v>
                </c:pt>
                <c:pt idx="1">
                  <c:v>42</c:v>
                </c:pt>
                <c:pt idx="2">
                  <c:v>48</c:v>
                </c:pt>
                <c:pt idx="3">
                  <c:v>52</c:v>
                </c:pt>
                <c:pt idx="4">
                  <c:v>58</c:v>
                </c:pt>
                <c:pt idx="5">
                  <c:v>65</c:v>
                </c:pt>
                <c:pt idx="6">
                  <c:v>72</c:v>
                </c:pt>
                <c:pt idx="7">
                  <c:v>78</c:v>
                </c:pt>
                <c:pt idx="8">
                  <c:v>87</c:v>
                </c:pt>
                <c:pt idx="9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6D-4194-B3A5-697BD640FF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85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CACE1-0839-DD4E-8A8D-815B08AED9A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58301-8E47-694C-884E-80E9D526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21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78C2-47AD-C340-9456-D9F9B3D30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178" y="720246"/>
            <a:ext cx="9144000" cy="23450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5600"/>
              </a:lnSpc>
              <a:defRPr sz="5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038AA-9B5A-234E-B6E1-FE9722AB0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178" y="3080490"/>
            <a:ext cx="9144000" cy="106562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rgbClr val="FFCD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FD472B-32E4-8A46-90E5-97757DC24E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178" y="4158641"/>
            <a:ext cx="6586603" cy="186370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  <a:br>
              <a:rPr lang="en-US" dirty="0"/>
            </a:br>
            <a:r>
              <a:rPr lang="en-US" dirty="0"/>
              <a:t>Presenter’s title / additional designations</a:t>
            </a:r>
            <a:br>
              <a:rPr lang="en-US" dirty="0"/>
            </a:br>
            <a:r>
              <a:rPr lang="en-US" dirty="0"/>
              <a:t>Faculty of / Department of / additional designations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5E4B113-E638-B640-8F48-252058659E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6022975"/>
            <a:ext cx="6586081" cy="5218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rgbClr val="FFCD00"/>
                </a:solidFill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3980296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54994-38BD-EA48-95B9-EDE63B92B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740" y="636200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44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1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photo with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683A0EC-D117-3A44-A056-CF7521187A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864" y="1773021"/>
            <a:ext cx="3938587" cy="393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C2CEEFA-DEDA-3C4E-B209-94546CDD8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7569" y="1773021"/>
            <a:ext cx="6013537" cy="3938587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800"/>
            </a:lvl1pPr>
            <a:lvl2pPr>
              <a:buClr>
                <a:srgbClr val="FBB031"/>
              </a:buClr>
              <a:defRPr sz="2400"/>
            </a:lvl2pPr>
            <a:lvl3pPr>
              <a:buClr>
                <a:srgbClr val="8B857B"/>
              </a:buClr>
              <a:defRPr sz="2000"/>
            </a:lvl3pPr>
            <a:lvl4pPr>
              <a:buClr>
                <a:schemeClr val="accent3"/>
              </a:buClr>
              <a:defRPr sz="1800"/>
            </a:lvl4pPr>
            <a:lvl5pPr>
              <a:buClr>
                <a:schemeClr val="accent1"/>
              </a:buCl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17A63FE-DB6D-1241-BC57-CEC263957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3841"/>
            <a:ext cx="10515600" cy="10333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ts val="38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D717515-6E81-0242-9075-57E188FF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740" y="636200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733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photo with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683A0EC-D117-3A44-A056-CF7521187A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864" y="1655241"/>
            <a:ext cx="3982602" cy="22227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C2CEEFA-DEDA-3C4E-B209-94546CDD8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864" y="4202482"/>
            <a:ext cx="3995802" cy="1835063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rgbClr val="FBB031"/>
              </a:buClr>
              <a:defRPr sz="1800"/>
            </a:lvl2pPr>
            <a:lvl3pPr>
              <a:buClr>
                <a:srgbClr val="8B857B"/>
              </a:buClr>
              <a:defRPr sz="1600"/>
            </a:lvl3pPr>
            <a:lvl4pPr>
              <a:buClr>
                <a:schemeClr val="accent3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17A63FE-DB6D-1241-BC57-CEC263957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3841"/>
            <a:ext cx="10515600" cy="10333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ts val="38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D717515-6E81-0242-9075-57E188FF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740" y="636200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873EC9B2-3D79-EB42-BD2D-94A59CE5C3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40719" y="1655241"/>
            <a:ext cx="3982602" cy="22227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altLang="zh-CN"/>
              <a:t>Click icon to add picture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D7853A-8D09-4041-8FD1-E58DBA8A7F0F}"/>
              </a:ext>
            </a:extLst>
          </p:cNvPr>
          <p:cNvCxnSpPr/>
          <p:nvPr userDrawn="1"/>
        </p:nvCxnSpPr>
        <p:spPr>
          <a:xfrm>
            <a:off x="6096000" y="1551313"/>
            <a:ext cx="0" cy="465342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EF50DEA-27DF-7C4E-AD5F-60F66ED518A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240719" y="4202482"/>
            <a:ext cx="3995802" cy="1835063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rgbClr val="FBB031"/>
              </a:buClr>
              <a:defRPr sz="1800"/>
            </a:lvl2pPr>
            <a:lvl3pPr>
              <a:buClr>
                <a:srgbClr val="8B857B"/>
              </a:buClr>
              <a:defRPr sz="1600"/>
            </a:lvl3pPr>
            <a:lvl4pPr>
              <a:buClr>
                <a:schemeClr val="accent3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883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016D1F-0C29-D446-876E-DD6C096D73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5375" y="582460"/>
            <a:ext cx="8317935" cy="5668028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ts val="6200"/>
              </a:lnSpc>
              <a:spcBef>
                <a:spcPts val="0"/>
              </a:spcBef>
              <a:buNone/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This slide is for one big, bold statement. Bullet points can’t compete! </a:t>
            </a:r>
          </a:p>
        </p:txBody>
      </p:sp>
    </p:spTree>
    <p:extLst>
      <p:ext uri="{BB962C8B-B14F-4D97-AF65-F5344CB8AC3E}">
        <p14:creationId xmlns:p14="http://schemas.microsoft.com/office/powerpoint/2010/main" val="399748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ding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78C2-47AD-C340-9456-D9F9B3D300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7178" y="720246"/>
            <a:ext cx="9144000" cy="23450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8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Thank you for attending! </a:t>
            </a:r>
            <a:br>
              <a:rPr lang="en-US" dirty="0"/>
            </a:br>
            <a:r>
              <a:rPr lang="en-US" dirty="0"/>
              <a:t>and/or other concluding message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038AA-9B5A-234E-B6E1-FE9722AB06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7178" y="3080490"/>
            <a:ext cx="9144000" cy="106562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rgbClr val="FFCD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For more information go to </a:t>
            </a:r>
            <a:r>
              <a:rPr lang="en-US" dirty="0" err="1"/>
              <a:t>ucalgary.ca</a:t>
            </a:r>
            <a:r>
              <a:rPr lang="en-US" dirty="0"/>
              <a:t>/</a:t>
            </a:r>
            <a:r>
              <a:rPr lang="en-US" dirty="0" err="1"/>
              <a:t>webaddress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FD472B-32E4-8A46-90E5-97757DC24E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178" y="4158641"/>
            <a:ext cx="6586603" cy="186370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  <a:br>
              <a:rPr lang="en-US" dirty="0"/>
            </a:br>
            <a:r>
              <a:rPr lang="en-US" dirty="0" err="1"/>
              <a:t>presentersemail@ucalgary.ca</a:t>
            </a:r>
            <a:br>
              <a:rPr lang="en-US" dirty="0"/>
            </a:br>
            <a:r>
              <a:rPr lang="en-US" dirty="0"/>
              <a:t>Phone number / Twitter handle / additional contact info</a:t>
            </a:r>
          </a:p>
        </p:txBody>
      </p:sp>
    </p:spTree>
    <p:extLst>
      <p:ext uri="{BB962C8B-B14F-4D97-AF65-F5344CB8AC3E}">
        <p14:creationId xmlns:p14="http://schemas.microsoft.com/office/powerpoint/2010/main" val="1795914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47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83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4" r:id="rId5"/>
    <p:sldLayoutId id="2147483657" r:id="rId6"/>
    <p:sldLayoutId id="2147483658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file:///E:\04-UoC%20master\OneDrive%20-%20University%20of%20Calgary\02-UoC\26winter_ENGO645_Spatial%20Databases%20and%20Data%20Mining\engo645_2026_winter\processed\model_outputs\spatial_temporal_analysis\pm25_event_1_interactive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file:///E:\04-UoC%20master\OneDrive%20-%20University%20of%20Calgary\02-UoC\26winter_ENGO645_Spatial%20Databases%20and%20Data%20Mining\engo645_2026_winter\processed\model_outputs\spatial_temporal_analysis\pm25_event_2_interactive.html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19.png"/><Relationship Id="rId10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npacked_template/ppt/media/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731520"/>
            <a:ext cx="9753600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High PM2.5</a:t>
            </a:r>
            <a:endParaRPr lang="en-US" sz="4800" dirty="0"/>
          </a:p>
          <a:p>
            <a:pPr>
              <a:lnSpc>
                <a:spcPct val="110000"/>
              </a:lnSpc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Events in Calgary</a:t>
            </a:r>
            <a:endParaRPr lang="en-US" sz="4800" dirty="0"/>
          </a:p>
          <a:p>
            <a:pPr>
              <a:lnSpc>
                <a:spcPct val="110000"/>
              </a:lnSpc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390144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C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Wildfire Data &amp; Meteorological Features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4632959"/>
            <a:ext cx="8534400" cy="1560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ENGO645 - Spatial Databases &amp; Data Mining</a:t>
            </a:r>
            <a:endParaRPr lang="en-US" sz="1867" dirty="0"/>
          </a:p>
          <a:p>
            <a:pPr>
              <a:lnSpc>
                <a:spcPct val="150000"/>
              </a:lnSpc>
            </a:pPr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Calgary | Winter 2026</a:t>
            </a:r>
          </a:p>
          <a:p>
            <a:pPr>
              <a:lnSpc>
                <a:spcPct val="150000"/>
              </a:lnSpc>
            </a:pPr>
            <a:r>
              <a:rPr lang="en-US" sz="1867" dirty="0">
                <a:solidFill>
                  <a:schemeClr val="bg1"/>
                </a:solidFill>
              </a:rPr>
              <a:t>Presenter: Jiageng Mi</a:t>
            </a:r>
          </a:p>
          <a:p>
            <a:pPr>
              <a:lnSpc>
                <a:spcPct val="150000"/>
              </a:lnSpc>
            </a:pPr>
            <a:r>
              <a:rPr lang="en-US" sz="1867" dirty="0">
                <a:solidFill>
                  <a:schemeClr val="bg1"/>
                </a:solidFill>
              </a:rPr>
              <a:t>                   Shima Moradi Mousavi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46304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Matter?</a:t>
            </a:r>
          </a:p>
        </p:txBody>
      </p:sp>
      <p:sp>
        <p:nvSpPr>
          <p:cNvPr id="9" name="Shape 6"/>
          <p:cNvSpPr/>
          <p:nvPr/>
        </p:nvSpPr>
        <p:spPr>
          <a:xfrm>
            <a:off x="731520" y="1661455"/>
            <a:ext cx="609600" cy="609600"/>
          </a:xfrm>
          <a:prstGeom prst="ellipse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zh-CN" altLang="en-US" sz="24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32" y="1795567"/>
            <a:ext cx="341376" cy="3413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24000" y="1661455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Event</a:t>
            </a:r>
            <a:endParaRPr lang="en-US" sz="1733" dirty="0"/>
          </a:p>
        </p:txBody>
      </p:sp>
      <p:sp>
        <p:nvSpPr>
          <p:cNvPr id="12" name="Text 8"/>
          <p:cNvSpPr/>
          <p:nvPr/>
        </p:nvSpPr>
        <p:spPr>
          <a:xfrm>
            <a:off x="1524000" y="1978447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24, 2024 — BC wildfires smoke</a:t>
            </a:r>
            <a:endParaRPr lang="en-US" sz="1467" dirty="0"/>
          </a:p>
        </p:txBody>
      </p:sp>
      <p:sp>
        <p:nvSpPr>
          <p:cNvPr id="13" name="Shape 9"/>
          <p:cNvSpPr/>
          <p:nvPr/>
        </p:nvSpPr>
        <p:spPr>
          <a:xfrm>
            <a:off x="731520" y="2697775"/>
            <a:ext cx="609600" cy="609600"/>
          </a:xfrm>
          <a:prstGeom prst="ellipse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zh-CN" altLang="en-US" sz="240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32" y="2831887"/>
            <a:ext cx="341376" cy="3413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24000" y="2697775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733" dirty="0"/>
          </a:p>
        </p:txBody>
      </p:sp>
      <p:sp>
        <p:nvSpPr>
          <p:cNvPr id="16" name="Text 11"/>
          <p:cNvSpPr/>
          <p:nvPr/>
        </p:nvSpPr>
        <p:spPr>
          <a:xfrm>
            <a:off x="1524000" y="3014767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high-pollution events in 1 year</a:t>
            </a:r>
            <a:endParaRPr lang="en-US" sz="1467" dirty="0"/>
          </a:p>
        </p:txBody>
      </p:sp>
      <p:sp>
        <p:nvSpPr>
          <p:cNvPr id="17" name="Shape 12"/>
          <p:cNvSpPr/>
          <p:nvPr/>
        </p:nvSpPr>
        <p:spPr>
          <a:xfrm>
            <a:off x="731520" y="3734095"/>
            <a:ext cx="609600" cy="609600"/>
          </a:xfrm>
          <a:prstGeom prst="ellipse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zh-CN" altLang="en-US" sz="240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632" y="3868207"/>
            <a:ext cx="341376" cy="3413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24000" y="3734095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733" dirty="0"/>
          </a:p>
        </p:txBody>
      </p:sp>
      <p:sp>
        <p:nvSpPr>
          <p:cNvPr id="20" name="Text 14"/>
          <p:cNvSpPr/>
          <p:nvPr/>
        </p:nvSpPr>
        <p:spPr>
          <a:xfrm>
            <a:off x="1524000" y="4051087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operational ML-based early warning</a:t>
            </a:r>
            <a:endParaRPr lang="en-US" sz="1467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AB7E4953-BBE9-489C-664C-F9AC4268C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D602332-B8F3-9F1E-0D73-442176C5FE9D}"/>
              </a:ext>
            </a:extLst>
          </p:cNvPr>
          <p:cNvGrpSpPr/>
          <p:nvPr/>
        </p:nvGrpSpPr>
        <p:grpSpPr>
          <a:xfrm>
            <a:off x="6200775" y="1599572"/>
            <a:ext cx="5991225" cy="4272456"/>
            <a:chOff x="6393450" y="1599572"/>
            <a:chExt cx="5798550" cy="3950436"/>
          </a:xfrm>
        </p:grpSpPr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id="{975B6621-DEDA-5301-BF21-7440F16BF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145" t="1733" r="3752"/>
            <a:stretch>
              <a:fillRect/>
            </a:stretch>
          </p:blipFill>
          <p:spPr>
            <a:xfrm>
              <a:off x="6393450" y="1599572"/>
              <a:ext cx="5798550" cy="3950436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7103744" y="1894521"/>
              <a:ext cx="4389120" cy="1706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en-US" sz="9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134</a:t>
              </a:r>
              <a:endParaRPr lang="en-US" sz="96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7103744" y="3479481"/>
              <a:ext cx="4389120" cy="609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867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PM2.5 µg/m³ peak</a:t>
              </a:r>
              <a:endParaRPr lang="en-US" sz="1867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7103744" y="3967161"/>
              <a:ext cx="438912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733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6× WHO guideline</a:t>
              </a:r>
              <a:endParaRPr lang="en-US" sz="1733" dirty="0">
                <a:solidFill>
                  <a:schemeClr val="bg1"/>
                </a:solidFill>
              </a:endParaRPr>
            </a:p>
          </p:txBody>
        </p:sp>
        <p:sp>
          <p:nvSpPr>
            <p:cNvPr id="4" name="Text 5">
              <a:extLst>
                <a:ext uri="{FF2B5EF4-FFF2-40B4-BE49-F238E27FC236}">
                  <a16:creationId xmlns:a16="http://schemas.microsoft.com/office/drawing/2014/main" id="{00358996-F12C-7A6B-362C-03553E3E4C8E}"/>
                </a:ext>
              </a:extLst>
            </p:cNvPr>
            <p:cNvSpPr/>
            <p:nvPr/>
          </p:nvSpPr>
          <p:spPr>
            <a:xfrm>
              <a:off x="7103744" y="4418050"/>
              <a:ext cx="438912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733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July 24, 2024 — BC wildfires smoke</a:t>
              </a:r>
            </a:p>
          </p:txBody>
        </p:sp>
      </p:grpSp>
      <p:sp>
        <p:nvSpPr>
          <p:cNvPr id="23" name="Text 17"/>
          <p:cNvSpPr/>
          <p:nvPr/>
        </p:nvSpPr>
        <p:spPr>
          <a:xfrm>
            <a:off x="731521" y="4774748"/>
            <a:ext cx="5189260" cy="10972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671F"/>
                </a:solidFill>
                <a:ea typeface="Verdana" panose="020B0604030504040204" pitchFamily="34" charset="0"/>
                <a:cs typeface="Calibri" pitchFamily="34" charset="-120"/>
              </a:rPr>
              <a:t>Question is: Can we predict high PM2.5 days 1-2 days in advance using environmental data?</a:t>
            </a:r>
            <a:endParaRPr lang="en-US" sz="2000" b="1" dirty="0">
              <a:solidFill>
                <a:srgbClr val="FF671F"/>
              </a:solidFill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46304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 Framework: Fire → Smoke → Health Impact</a:t>
            </a:r>
            <a:endParaRPr lang="en-US" sz="2933" dirty="0"/>
          </a:p>
        </p:txBody>
      </p:sp>
      <p:sp>
        <p:nvSpPr>
          <p:cNvPr id="5" name="Shape 2"/>
          <p:cNvSpPr/>
          <p:nvPr/>
        </p:nvSpPr>
        <p:spPr>
          <a:xfrm>
            <a:off x="609600" y="1463040"/>
            <a:ext cx="2560320" cy="2438400"/>
          </a:xfrm>
          <a:prstGeom prst="rect">
            <a:avLst/>
          </a:prstGeom>
          <a:solidFill>
            <a:srgbClr val="EE2C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706880"/>
            <a:ext cx="670560" cy="670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600" y="2438400"/>
            <a:ext cx="2560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Detection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92480" y="2926080"/>
            <a:ext cx="21945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MODIS Active Fires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(NASA FIRMS)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169920" y="2316480"/>
            <a:ext cx="304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8C857B"/>
                </a:solidFill>
              </a:rPr>
              <a:t>▶</a:t>
            </a:r>
            <a:endParaRPr lang="en-US" sz="1867" dirty="0"/>
          </a:p>
        </p:txBody>
      </p:sp>
      <p:sp>
        <p:nvSpPr>
          <p:cNvPr id="10" name="Shape 6"/>
          <p:cNvSpPr/>
          <p:nvPr/>
        </p:nvSpPr>
        <p:spPr>
          <a:xfrm>
            <a:off x="3474720" y="1463040"/>
            <a:ext cx="2560320" cy="2438400"/>
          </a:xfrm>
          <a:prstGeom prst="rect">
            <a:avLst/>
          </a:prstGeom>
          <a:solidFill>
            <a:srgbClr val="FF671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706880"/>
            <a:ext cx="670560" cy="6705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74720" y="2438400"/>
            <a:ext cx="2560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Atmosphere Transport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657600" y="2926080"/>
            <a:ext cx="21945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ERA5 Reanalysis + Environment Canada Hourly Weather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 9"/>
          <p:cNvSpPr/>
          <p:nvPr/>
        </p:nvSpPr>
        <p:spPr>
          <a:xfrm>
            <a:off x="6035040" y="2316480"/>
            <a:ext cx="304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8C857B"/>
                </a:solidFill>
              </a:rPr>
              <a:t>▶</a:t>
            </a:r>
            <a:endParaRPr lang="en-US" sz="1867" dirty="0"/>
          </a:p>
        </p:txBody>
      </p:sp>
      <p:sp>
        <p:nvSpPr>
          <p:cNvPr id="15" name="Shape 10"/>
          <p:cNvSpPr/>
          <p:nvPr/>
        </p:nvSpPr>
        <p:spPr>
          <a:xfrm>
            <a:off x="6339840" y="1463040"/>
            <a:ext cx="2560320" cy="2438400"/>
          </a:xfrm>
          <a:prstGeom prst="rect">
            <a:avLst/>
          </a:prstGeom>
          <a:solidFill>
            <a:srgbClr val="FFA30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4240" y="1706880"/>
            <a:ext cx="670560" cy="6705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39840" y="2438400"/>
            <a:ext cx="2560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Integration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522720" y="2926080"/>
            <a:ext cx="21945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Integrated Fire-Weather Features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900160" y="2316480"/>
            <a:ext cx="304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8C857B"/>
                </a:solidFill>
              </a:rPr>
              <a:t>▶</a:t>
            </a:r>
            <a:endParaRPr lang="en-US" sz="1867" dirty="0"/>
          </a:p>
        </p:txBody>
      </p:sp>
      <p:sp>
        <p:nvSpPr>
          <p:cNvPr id="20" name="Shape 14"/>
          <p:cNvSpPr/>
          <p:nvPr/>
        </p:nvSpPr>
        <p:spPr>
          <a:xfrm>
            <a:off x="9204960" y="1463040"/>
            <a:ext cx="2560320" cy="2438400"/>
          </a:xfrm>
          <a:prstGeom prst="rect">
            <a:avLst/>
          </a:prstGeom>
          <a:solidFill>
            <a:srgbClr val="46A67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9360" y="1706880"/>
            <a:ext cx="670560" cy="6705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204960" y="2438400"/>
            <a:ext cx="2560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9387840" y="2926080"/>
            <a:ext cx="21945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Station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(Alberta AQI)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609600" y="3779520"/>
            <a:ext cx="25603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Location: </a:t>
            </a:r>
            <a:r>
              <a:rPr lang="en-US" sz="1600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fire location and intensity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3474720" y="3779520"/>
            <a:ext cx="25603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Meteorology: </a:t>
            </a:r>
            <a:r>
              <a:rPr lang="en-US" sz="1600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smoke transport conditions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6248400" y="3779520"/>
            <a:ext cx="27432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Features: </a:t>
            </a:r>
            <a:r>
              <a:rPr lang="en-US" sz="1600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fire and weather signals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9174480" y="3779520"/>
            <a:ext cx="2689555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Station: </a:t>
            </a:r>
            <a:r>
              <a:rPr lang="en-US" sz="1600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predictions and define target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609600" y="5231196"/>
            <a:ext cx="11155680" cy="67056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FB278D00-7EF4-5FBD-3CC3-BFC424CA8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Shape 21">
            <a:extLst>
              <a:ext uri="{FF2B5EF4-FFF2-40B4-BE49-F238E27FC236}">
                <a16:creationId xmlns:a16="http://schemas.microsoft.com/office/drawing/2014/main" id="{34E111ED-4AED-7E95-0D6B-49B2DB2C30FE}"/>
              </a:ext>
            </a:extLst>
          </p:cNvPr>
          <p:cNvSpPr/>
          <p:nvPr/>
        </p:nvSpPr>
        <p:spPr>
          <a:xfrm>
            <a:off x="609599" y="5067714"/>
            <a:ext cx="11155681" cy="6400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F89018CC-8CE3-161C-393A-8E66B242FB8C}"/>
              </a:ext>
            </a:extLst>
          </p:cNvPr>
          <p:cNvSpPr/>
          <p:nvPr/>
        </p:nvSpPr>
        <p:spPr>
          <a:xfrm>
            <a:off x="792480" y="5201902"/>
            <a:ext cx="102412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6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connect fire emissions, atmospheric transport, and health impacts.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46304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Selection Rationale</a:t>
            </a:r>
            <a:endParaRPr lang="en-US" sz="2933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912376"/>
              </p:ext>
            </p:extLst>
          </p:nvPr>
        </p:nvGraphicFramePr>
        <p:xfrm>
          <a:off x="680720" y="1430656"/>
          <a:ext cx="10728961" cy="4292400"/>
        </p:xfrm>
        <a:graphic>
          <a:graphicData uri="http://schemas.openxmlformats.org/drawingml/2006/table">
            <a:tbl>
              <a:tblPr/>
              <a:tblGrid>
                <a:gridCol w="1639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6187">
                  <a:extLst>
                    <a:ext uri="{9D8B030D-6E8A-4147-A177-3AD203B41FA5}">
                      <a16:colId xmlns:a16="http://schemas.microsoft.com/office/drawing/2014/main" val="2919705976"/>
                    </a:ext>
                  </a:extLst>
                </a:gridCol>
                <a:gridCol w="2086187">
                  <a:extLst>
                    <a:ext uri="{9D8B030D-6E8A-4147-A177-3AD203B41FA5}">
                      <a16:colId xmlns:a16="http://schemas.microsoft.com/office/drawing/2014/main" val="453429595"/>
                    </a:ext>
                  </a:extLst>
                </a:gridCol>
                <a:gridCol w="2086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1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28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Time Range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Size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70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ERA5 Reanalysis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2018/1/1-2025/12/31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70128*8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Reanalysis-based regional meteorology (wind, temperature, pressure)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Drive smoke transport and dispersion features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94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VIIRS Active Fires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2018/4/1-2025/12/31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3691161*15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1-km fire pixel detection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Near-real-time fire source identification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70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Weather station hourly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2018/1/1-2025/12/31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7012831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 near-surface meteorological monitoring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 hourly weather covariates (wind, RH, temperature, precipitation, visibility) for daily feature engineering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94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PM2.5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2016/3/10-2026/3/17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3062*10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AQI network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Ground-truthed target variable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80721" y="5868849"/>
            <a:ext cx="10728960" cy="67056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7" name="Text 3"/>
          <p:cNvSpPr/>
          <p:nvPr/>
        </p:nvSpPr>
        <p:spPr>
          <a:xfrm>
            <a:off x="975360" y="5854065"/>
            <a:ext cx="102412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6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connect fire emissions, atmospheric transport, and health impacts.</a:t>
            </a:r>
          </a:p>
        </p:txBody>
      </p:sp>
      <p:sp>
        <p:nvSpPr>
          <p:cNvPr id="8" name="Text 4"/>
          <p:cNvSpPr/>
          <p:nvPr/>
        </p:nvSpPr>
        <p:spPr>
          <a:xfrm>
            <a:off x="975360" y="6880860"/>
            <a:ext cx="10728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Sample</a:t>
            </a:r>
            <a:endParaRPr lang="en-US" sz="1733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772557"/>
              </p:ext>
            </p:extLst>
          </p:nvPr>
        </p:nvGraphicFramePr>
        <p:xfrm>
          <a:off x="2072640" y="7307580"/>
          <a:ext cx="7315200" cy="914400"/>
        </p:xfrm>
        <a:graphic>
          <a:graphicData uri="http://schemas.openxmlformats.org/drawingml/2006/table">
            <a:tbl>
              <a:tblPr/>
              <a:tblGrid>
                <a:gridCol w="195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wind_spd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aerosol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2024-04-15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2024-07-24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4DF7C4C-B154-38A1-7A6F-578C3465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46304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 Characteristics &amp; Quality Issues</a:t>
            </a:r>
            <a:endParaRPr lang="en-US" sz="2933" dirty="0"/>
          </a:p>
        </p:txBody>
      </p:sp>
      <p:sp>
        <p:nvSpPr>
          <p:cNvPr id="5" name="Shape 2"/>
          <p:cNvSpPr/>
          <p:nvPr/>
        </p:nvSpPr>
        <p:spPr>
          <a:xfrm>
            <a:off x="731520" y="1494458"/>
            <a:ext cx="5120640" cy="3479378"/>
          </a:xfrm>
          <a:prstGeom prst="rect">
            <a:avLst/>
          </a:prstGeom>
          <a:solidFill>
            <a:srgbClr val="F7F5F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Text 3"/>
          <p:cNvSpPr/>
          <p:nvPr/>
        </p:nvSpPr>
        <p:spPr>
          <a:xfrm>
            <a:off x="975360" y="1584960"/>
            <a:ext cx="4632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97280" y="2428366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467" dirty="0"/>
          </a:p>
        </p:txBody>
      </p:sp>
      <p:sp>
        <p:nvSpPr>
          <p:cNvPr id="8" name="Text 5"/>
          <p:cNvSpPr/>
          <p:nvPr/>
        </p:nvSpPr>
        <p:spPr>
          <a:xfrm>
            <a:off x="3291840" y="2428366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2018 – April 2024</a:t>
            </a:r>
            <a:endParaRPr lang="en-US" sz="1467" dirty="0"/>
          </a:p>
        </p:txBody>
      </p:sp>
      <p:sp>
        <p:nvSpPr>
          <p:cNvPr id="9" name="Text 6"/>
          <p:cNvSpPr/>
          <p:nvPr/>
        </p:nvSpPr>
        <p:spPr>
          <a:xfrm>
            <a:off x="1097280" y="3356677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1467" dirty="0"/>
          </a:p>
        </p:txBody>
      </p:sp>
      <p:sp>
        <p:nvSpPr>
          <p:cNvPr id="10" name="Text 7"/>
          <p:cNvSpPr/>
          <p:nvPr/>
        </p:nvSpPr>
        <p:spPr>
          <a:xfrm>
            <a:off x="3291840" y="3356677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1,652 / 355 records</a:t>
            </a:r>
            <a:endParaRPr lang="en-US" sz="1467" dirty="0"/>
          </a:p>
        </p:txBody>
      </p:sp>
      <p:sp>
        <p:nvSpPr>
          <p:cNvPr id="11" name="Text 8"/>
          <p:cNvSpPr/>
          <p:nvPr/>
        </p:nvSpPr>
        <p:spPr>
          <a:xfrm>
            <a:off x="1097280" y="3818535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467" dirty="0"/>
          </a:p>
        </p:txBody>
      </p:sp>
      <p:sp>
        <p:nvSpPr>
          <p:cNvPr id="12" name="Text 9"/>
          <p:cNvSpPr/>
          <p:nvPr/>
        </p:nvSpPr>
        <p:spPr>
          <a:xfrm>
            <a:off x="3291840" y="3818535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467" dirty="0"/>
          </a:p>
        </p:txBody>
      </p:sp>
      <p:sp>
        <p:nvSpPr>
          <p:cNvPr id="13" name="Text 10"/>
          <p:cNvSpPr/>
          <p:nvPr/>
        </p:nvSpPr>
        <p:spPr>
          <a:xfrm>
            <a:off x="1097280" y="4245255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467" dirty="0"/>
          </a:p>
        </p:txBody>
      </p:sp>
      <p:sp>
        <p:nvSpPr>
          <p:cNvPr id="14" name="Text 11"/>
          <p:cNvSpPr/>
          <p:nvPr/>
        </p:nvSpPr>
        <p:spPr>
          <a:xfrm>
            <a:off x="3291840" y="4245255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2.7% high-pollution</a:t>
            </a:r>
            <a:endParaRPr lang="en-US" sz="1467" dirty="0"/>
          </a:p>
        </p:txBody>
      </p:sp>
      <p:sp>
        <p:nvSpPr>
          <p:cNvPr id="15" name="Shape 12"/>
          <p:cNvSpPr/>
          <p:nvPr/>
        </p:nvSpPr>
        <p:spPr>
          <a:xfrm>
            <a:off x="731520" y="5164531"/>
            <a:ext cx="10728960" cy="97536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zh-CN" altLang="en-US" sz="2800"/>
          </a:p>
        </p:txBody>
      </p:sp>
      <p:sp>
        <p:nvSpPr>
          <p:cNvPr id="16" name="Text 13"/>
          <p:cNvSpPr/>
          <p:nvPr/>
        </p:nvSpPr>
        <p:spPr>
          <a:xfrm>
            <a:off x="975360" y="5164531"/>
            <a:ext cx="102412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671F"/>
                </a:solidFill>
                <a:ea typeface="Calibri" pitchFamily="34" charset="-122"/>
                <a:cs typeface="Calibri" pitchFamily="34" charset="-120"/>
              </a:rPr>
              <a:t>We removed 7.7% of the data due to missing values, invalid PM2.5 entries, and low-quality rows, while also addressing severe class imbalance with balanced class weights.</a:t>
            </a:r>
            <a:endParaRPr lang="en-US" sz="2000" b="1" dirty="0"/>
          </a:p>
        </p:txBody>
      </p:sp>
      <p:sp>
        <p:nvSpPr>
          <p:cNvPr id="17" name="Text 14"/>
          <p:cNvSpPr/>
          <p:nvPr/>
        </p:nvSpPr>
        <p:spPr>
          <a:xfrm>
            <a:off x="6339840" y="1450848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Issues from the original one</a:t>
            </a:r>
            <a:endParaRPr lang="en-US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728084"/>
              </p:ext>
            </p:extLst>
          </p:nvPr>
        </p:nvGraphicFramePr>
        <p:xfrm>
          <a:off x="6339840" y="2060448"/>
          <a:ext cx="5120640" cy="2881970"/>
        </p:xfrm>
        <a:graphic>
          <a:graphicData uri="http://schemas.openxmlformats.org/drawingml/2006/table">
            <a:tbl>
              <a:tblPr/>
              <a:tblGrid>
                <a:gridCol w="3413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3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Type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7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7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3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Zero-variance features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3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missing columns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3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PM2.5 (&lt;0)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3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with ≥50% gaps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140E9B5-B071-2EA2-4654-631F509E9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529D37C1-9CC2-1E84-B4F4-8D0FA4DA580F}"/>
              </a:ext>
            </a:extLst>
          </p:cNvPr>
          <p:cNvSpPr/>
          <p:nvPr/>
        </p:nvSpPr>
        <p:spPr>
          <a:xfrm>
            <a:off x="1097280" y="2892662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Ready</a:t>
            </a:r>
            <a:endParaRPr lang="en-US" sz="1467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22B9EF45-C253-3409-1711-9735F88B371B}"/>
              </a:ext>
            </a:extLst>
          </p:cNvPr>
          <p:cNvSpPr/>
          <p:nvPr/>
        </p:nvSpPr>
        <p:spPr>
          <a:xfrm>
            <a:off x="3291840" y="2892662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6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2,361  records </a:t>
            </a:r>
            <a:r>
              <a:rPr lang="zh-CN" altLang="en-US" sz="1467" b="1" dirty="0">
                <a:solidFill>
                  <a:srgbClr val="FF6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altLang="zh-CN" sz="1467" b="1" dirty="0">
                <a:solidFill>
                  <a:srgbClr val="FF6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2,007 records</a:t>
            </a:r>
            <a:endParaRPr lang="en-US" sz="1467" b="1" dirty="0">
              <a:solidFill>
                <a:srgbClr val="FF671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46304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Feature Engineering Pipeline</a:t>
            </a:r>
            <a:endParaRPr lang="en-US" sz="2933" dirty="0"/>
          </a:p>
        </p:txBody>
      </p:sp>
      <p:sp>
        <p:nvSpPr>
          <p:cNvPr id="5" name="Shape 2"/>
          <p:cNvSpPr/>
          <p:nvPr/>
        </p:nvSpPr>
        <p:spPr>
          <a:xfrm>
            <a:off x="365760" y="1706880"/>
            <a:ext cx="2072640" cy="1463040"/>
          </a:xfrm>
          <a:prstGeom prst="rect">
            <a:avLst/>
          </a:prstGeom>
          <a:solidFill>
            <a:srgbClr val="EE2C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Text 3"/>
          <p:cNvSpPr/>
          <p:nvPr/>
        </p:nvSpPr>
        <p:spPr>
          <a:xfrm>
            <a:off x="365760" y="1706880"/>
            <a:ext cx="207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Invalid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neg. PM2.5</a:t>
            </a:r>
            <a:endParaRPr lang="en-US" sz="1467" dirty="0"/>
          </a:p>
        </p:txBody>
      </p:sp>
      <p:sp>
        <p:nvSpPr>
          <p:cNvPr id="7" name="Text 4"/>
          <p:cNvSpPr/>
          <p:nvPr/>
        </p:nvSpPr>
        <p:spPr>
          <a:xfrm>
            <a:off x="2438400" y="2072640"/>
            <a:ext cx="304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8C857B"/>
                </a:solidFill>
              </a:rPr>
              <a:t>▶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743200" y="1706880"/>
            <a:ext cx="2072640" cy="1463040"/>
          </a:xfrm>
          <a:prstGeom prst="rect">
            <a:avLst/>
          </a:prstGeom>
          <a:solidFill>
            <a:srgbClr val="FF671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9" name="Text 6"/>
          <p:cNvSpPr/>
          <p:nvPr/>
        </p:nvSpPr>
        <p:spPr>
          <a:xfrm>
            <a:off x="2743200" y="1706880"/>
            <a:ext cx="207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Zero-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(2)</a:t>
            </a:r>
            <a:endParaRPr lang="en-US" sz="1467" dirty="0"/>
          </a:p>
        </p:txBody>
      </p:sp>
      <p:sp>
        <p:nvSpPr>
          <p:cNvPr id="10" name="Text 7"/>
          <p:cNvSpPr/>
          <p:nvPr/>
        </p:nvSpPr>
        <p:spPr>
          <a:xfrm>
            <a:off x="4815840" y="2072640"/>
            <a:ext cx="304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8C857B"/>
                </a:solidFill>
              </a:rPr>
              <a:t>▶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120640" y="1706880"/>
            <a:ext cx="2072640" cy="1463040"/>
          </a:xfrm>
          <a:prstGeom prst="rect">
            <a:avLst/>
          </a:prstGeom>
          <a:solidFill>
            <a:srgbClr val="FFA30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12" name="Text 9"/>
          <p:cNvSpPr/>
          <p:nvPr/>
        </p:nvSpPr>
        <p:spPr>
          <a:xfrm>
            <a:off x="5120640" y="1706880"/>
            <a:ext cx="207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100%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(1)</a:t>
            </a:r>
            <a:endParaRPr lang="en-US" sz="1467" dirty="0"/>
          </a:p>
        </p:txBody>
      </p:sp>
      <p:sp>
        <p:nvSpPr>
          <p:cNvPr id="13" name="Text 10"/>
          <p:cNvSpPr/>
          <p:nvPr/>
        </p:nvSpPr>
        <p:spPr>
          <a:xfrm>
            <a:off x="7193280" y="2072640"/>
            <a:ext cx="304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8C857B"/>
                </a:solidFill>
              </a:rPr>
              <a:t>▶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498080" y="1706880"/>
            <a:ext cx="2072640" cy="1463040"/>
          </a:xfrm>
          <a:prstGeom prst="rect">
            <a:avLst/>
          </a:prstGeom>
          <a:solidFill>
            <a:srgbClr val="46A67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15" name="Text 12"/>
          <p:cNvSpPr/>
          <p:nvPr/>
        </p:nvSpPr>
        <p:spPr>
          <a:xfrm>
            <a:off x="7498080" y="1706880"/>
            <a:ext cx="207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Gaps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</a:t>
            </a:r>
            <a:endParaRPr lang="en-US" sz="1467" dirty="0"/>
          </a:p>
        </p:txBody>
      </p:sp>
      <p:sp>
        <p:nvSpPr>
          <p:cNvPr id="16" name="Text 13"/>
          <p:cNvSpPr/>
          <p:nvPr/>
        </p:nvSpPr>
        <p:spPr>
          <a:xfrm>
            <a:off x="9570720" y="2072640"/>
            <a:ext cx="304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8C857B"/>
                </a:solidFill>
              </a:rPr>
              <a:t>▶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875520" y="1706880"/>
            <a:ext cx="2072640" cy="1463040"/>
          </a:xfrm>
          <a:prstGeom prst="rect">
            <a:avLst/>
          </a:prstGeom>
          <a:solidFill>
            <a:srgbClr val="EE2C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18" name="Text 15"/>
          <p:cNvSpPr/>
          <p:nvPr/>
        </p:nvSpPr>
        <p:spPr>
          <a:xfrm>
            <a:off x="9875520" y="1706880"/>
            <a:ext cx="207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Target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PM2.5≥25</a:t>
            </a:r>
            <a:endParaRPr lang="en-US" sz="1467" dirty="0"/>
          </a:p>
        </p:txBody>
      </p:sp>
      <p:sp>
        <p:nvSpPr>
          <p:cNvPr id="19" name="Shape 16"/>
          <p:cNvSpPr/>
          <p:nvPr/>
        </p:nvSpPr>
        <p:spPr>
          <a:xfrm>
            <a:off x="609600" y="3657600"/>
            <a:ext cx="10972800" cy="67056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20" name="Text 17"/>
          <p:cNvSpPr/>
          <p:nvPr/>
        </p:nvSpPr>
        <p:spPr>
          <a:xfrm>
            <a:off x="853440" y="3657600"/>
            <a:ext cx="104851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6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 and feature engineering, we retained 2,007 records, built 34 predictors, and identified 74 high-pollution days, with a 3.7% event rate.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09600" y="4632960"/>
            <a:ext cx="10972800" cy="1584960"/>
          </a:xfrm>
          <a:prstGeom prst="rect">
            <a:avLst/>
          </a:prstGeom>
          <a:solidFill>
            <a:srgbClr val="F7F5F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22" name="Text 19"/>
          <p:cNvSpPr/>
          <p:nvPr/>
        </p:nvSpPr>
        <p:spPr>
          <a:xfrm>
            <a:off x="853440" y="4693920"/>
            <a:ext cx="2438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733" b="1" dirty="0">
                <a:solidFill>
                  <a:srgbClr val="EE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2,007</a:t>
            </a:r>
            <a:endParaRPr lang="en-US" sz="3733" dirty="0"/>
          </a:p>
        </p:txBody>
      </p:sp>
      <p:sp>
        <p:nvSpPr>
          <p:cNvPr id="23" name="Text 20"/>
          <p:cNvSpPr/>
          <p:nvPr/>
        </p:nvSpPr>
        <p:spPr>
          <a:xfrm>
            <a:off x="853440" y="5486400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Records</a:t>
            </a:r>
            <a:endParaRPr lang="en-US" sz="1467" dirty="0"/>
          </a:p>
        </p:txBody>
      </p:sp>
      <p:sp>
        <p:nvSpPr>
          <p:cNvPr id="24" name="Text 21"/>
          <p:cNvSpPr/>
          <p:nvPr/>
        </p:nvSpPr>
        <p:spPr>
          <a:xfrm>
            <a:off x="3535680" y="4693920"/>
            <a:ext cx="2438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733" b="1" dirty="0">
                <a:solidFill>
                  <a:srgbClr val="EE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3733" dirty="0"/>
          </a:p>
        </p:txBody>
      </p:sp>
      <p:sp>
        <p:nvSpPr>
          <p:cNvPr id="25" name="Text 22"/>
          <p:cNvSpPr/>
          <p:nvPr/>
        </p:nvSpPr>
        <p:spPr>
          <a:xfrm>
            <a:off x="3535680" y="5486400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467" dirty="0"/>
          </a:p>
        </p:txBody>
      </p:sp>
      <p:sp>
        <p:nvSpPr>
          <p:cNvPr id="26" name="Text 23"/>
          <p:cNvSpPr/>
          <p:nvPr/>
        </p:nvSpPr>
        <p:spPr>
          <a:xfrm>
            <a:off x="6217920" y="4693920"/>
            <a:ext cx="2438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733" b="1" dirty="0">
                <a:solidFill>
                  <a:srgbClr val="EE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3733" dirty="0"/>
          </a:p>
        </p:txBody>
      </p:sp>
      <p:sp>
        <p:nvSpPr>
          <p:cNvPr id="27" name="Text 24"/>
          <p:cNvSpPr/>
          <p:nvPr/>
        </p:nvSpPr>
        <p:spPr>
          <a:xfrm>
            <a:off x="6217920" y="5486400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High-Pollution Days</a:t>
            </a:r>
            <a:endParaRPr lang="en-US" sz="1467" dirty="0"/>
          </a:p>
        </p:txBody>
      </p:sp>
      <p:sp>
        <p:nvSpPr>
          <p:cNvPr id="28" name="Text 25"/>
          <p:cNvSpPr/>
          <p:nvPr/>
        </p:nvSpPr>
        <p:spPr>
          <a:xfrm>
            <a:off x="8900160" y="4693920"/>
            <a:ext cx="2438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733" b="1" dirty="0">
                <a:solidFill>
                  <a:srgbClr val="EE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3733" dirty="0"/>
          </a:p>
        </p:txBody>
      </p:sp>
      <p:sp>
        <p:nvSpPr>
          <p:cNvPr id="29" name="Text 26"/>
          <p:cNvSpPr/>
          <p:nvPr/>
        </p:nvSpPr>
        <p:spPr>
          <a:xfrm>
            <a:off x="8900160" y="5486400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Rate</a:t>
            </a:r>
            <a:endParaRPr lang="en-US" sz="1467" dirty="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0BBB59E5-BAFB-FDD6-8C13-FA9CE99C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Shape 21">
            <a:extLst>
              <a:ext uri="{FF2B5EF4-FFF2-40B4-BE49-F238E27FC236}">
                <a16:creationId xmlns:a16="http://schemas.microsoft.com/office/drawing/2014/main" id="{3A3E6EDD-B728-B095-E030-D878017CA54D}"/>
              </a:ext>
            </a:extLst>
          </p:cNvPr>
          <p:cNvSpPr/>
          <p:nvPr/>
        </p:nvSpPr>
        <p:spPr>
          <a:xfrm>
            <a:off x="365760" y="3413760"/>
            <a:ext cx="11582400" cy="6400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46304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Before &amp; After Cleaning</a:t>
            </a:r>
            <a:endParaRPr lang="en-US" sz="2933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4998720" cy="426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Shape 3"/>
          <p:cNvSpPr/>
          <p:nvPr/>
        </p:nvSpPr>
        <p:spPr>
          <a:xfrm>
            <a:off x="731520" y="1463040"/>
            <a:ext cx="4998720" cy="609600"/>
          </a:xfrm>
          <a:prstGeom prst="rect">
            <a:avLst/>
          </a:prstGeom>
          <a:solidFill>
            <a:srgbClr val="EE2C2A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7" name="Text 4"/>
          <p:cNvSpPr/>
          <p:nvPr/>
        </p:nvSpPr>
        <p:spPr>
          <a:xfrm>
            <a:off x="731520" y="1463040"/>
            <a:ext cx="4998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Cleaning</a:t>
            </a:r>
            <a:endParaRPr lang="en-US" sz="1867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1219200" y="2316480"/>
          <a:ext cx="3901440" cy="243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/>
          <p:nvPr/>
        </p:nvSpPr>
        <p:spPr>
          <a:xfrm>
            <a:off x="731520" y="4876800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2,362 records</a:t>
            </a:r>
            <a:endParaRPr lang="en-US" sz="1467" dirty="0"/>
          </a:p>
        </p:txBody>
      </p:sp>
      <p:sp>
        <p:nvSpPr>
          <p:cNvPr id="10" name="Shape 6"/>
          <p:cNvSpPr/>
          <p:nvPr/>
        </p:nvSpPr>
        <p:spPr>
          <a:xfrm>
            <a:off x="6461760" y="1463040"/>
            <a:ext cx="4998720" cy="426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11" name="Shape 7"/>
          <p:cNvSpPr/>
          <p:nvPr/>
        </p:nvSpPr>
        <p:spPr>
          <a:xfrm>
            <a:off x="6461760" y="1463040"/>
            <a:ext cx="4998720" cy="609600"/>
          </a:xfrm>
          <a:prstGeom prst="rect">
            <a:avLst/>
          </a:prstGeom>
          <a:solidFill>
            <a:srgbClr val="46A67B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12" name="Text 8"/>
          <p:cNvSpPr/>
          <p:nvPr/>
        </p:nvSpPr>
        <p:spPr>
          <a:xfrm>
            <a:off x="6461760" y="1463040"/>
            <a:ext cx="4998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867" dirty="0"/>
          </a:p>
        </p:txBody>
      </p:sp>
      <p:graphicFrame>
        <p:nvGraphicFramePr>
          <p:cNvPr id="13" name="Chart 1"/>
          <p:cNvGraphicFramePr/>
          <p:nvPr/>
        </p:nvGraphicFramePr>
        <p:xfrm>
          <a:off x="6949440" y="2316480"/>
          <a:ext cx="3901440" cy="243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 9"/>
          <p:cNvSpPr/>
          <p:nvPr/>
        </p:nvSpPr>
        <p:spPr>
          <a:xfrm>
            <a:off x="6461760" y="4876800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2,007 records | Balanced class weights applied</a:t>
            </a:r>
            <a:endParaRPr lang="en-US" sz="1467" dirty="0"/>
          </a:p>
        </p:txBody>
      </p:sp>
      <p:sp>
        <p:nvSpPr>
          <p:cNvPr id="15" name="Shape 10"/>
          <p:cNvSpPr/>
          <p:nvPr/>
        </p:nvSpPr>
        <p:spPr>
          <a:xfrm>
            <a:off x="731520" y="5852160"/>
            <a:ext cx="10728960" cy="60960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16" name="Text 11"/>
          <p:cNvSpPr/>
          <p:nvPr/>
        </p:nvSpPr>
        <p:spPr>
          <a:xfrm>
            <a:off x="975360" y="5852160"/>
            <a:ext cx="102412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EE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achieved 97% accuracy by mostly predicting the LOW class.</a:t>
            </a:r>
          </a:p>
          <a:p>
            <a:r>
              <a:rPr lang="en-US" sz="2000" b="1" dirty="0">
                <a:solidFill>
                  <a:srgbClr val="EE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therefore used balanced class weights to address the class imbalance.</a:t>
            </a:r>
            <a:endParaRPr lang="en-US" sz="2000" b="1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ADE5459-2085-0267-7656-0F78F4764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46304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Cleaned Dataset: Ready for Modeling</a:t>
            </a:r>
            <a:endParaRPr lang="en-US" sz="2933" dirty="0"/>
          </a:p>
        </p:txBody>
      </p:sp>
      <p:sp>
        <p:nvSpPr>
          <p:cNvPr id="5" name="Shape 2"/>
          <p:cNvSpPr/>
          <p:nvPr/>
        </p:nvSpPr>
        <p:spPr>
          <a:xfrm>
            <a:off x="609600" y="1463040"/>
            <a:ext cx="2560320" cy="1828800"/>
          </a:xfrm>
          <a:prstGeom prst="rect">
            <a:avLst/>
          </a:prstGeom>
          <a:solidFill>
            <a:srgbClr val="FF671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" y="164592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600" y="2255520"/>
            <a:ext cx="25603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Meteorology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09600" y="2682240"/>
            <a:ext cx="25603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features</a:t>
            </a:r>
            <a:endParaRPr lang="en-US" sz="1467" dirty="0"/>
          </a:p>
        </p:txBody>
      </p:sp>
      <p:sp>
        <p:nvSpPr>
          <p:cNvPr id="9" name="Shape 5"/>
          <p:cNvSpPr/>
          <p:nvPr/>
        </p:nvSpPr>
        <p:spPr>
          <a:xfrm>
            <a:off x="3474720" y="1463040"/>
            <a:ext cx="2560320" cy="1828800"/>
          </a:xfrm>
          <a:prstGeom prst="rect">
            <a:avLst/>
          </a:prstGeom>
          <a:solidFill>
            <a:srgbClr val="EE2C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080" y="164592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74720" y="2255520"/>
            <a:ext cx="25603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Features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474720" y="2682240"/>
            <a:ext cx="25603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</a:t>
            </a:r>
            <a:endParaRPr lang="en-US" sz="1467" dirty="0"/>
          </a:p>
        </p:txBody>
      </p:sp>
      <p:sp>
        <p:nvSpPr>
          <p:cNvPr id="13" name="Shape 8"/>
          <p:cNvSpPr/>
          <p:nvPr/>
        </p:nvSpPr>
        <p:spPr>
          <a:xfrm>
            <a:off x="6339840" y="1463040"/>
            <a:ext cx="2560320" cy="1828800"/>
          </a:xfrm>
          <a:prstGeom prst="rect">
            <a:avLst/>
          </a:prstGeom>
          <a:solidFill>
            <a:srgbClr val="FFA30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645920"/>
            <a:ext cx="548640" cy="548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39840" y="2255520"/>
            <a:ext cx="25603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Aerosol/Smoke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339840" y="2682240"/>
            <a:ext cx="25603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features</a:t>
            </a:r>
            <a:endParaRPr lang="en-US" sz="1467" dirty="0"/>
          </a:p>
        </p:txBody>
      </p:sp>
      <p:sp>
        <p:nvSpPr>
          <p:cNvPr id="17" name="Shape 11"/>
          <p:cNvSpPr/>
          <p:nvPr/>
        </p:nvSpPr>
        <p:spPr>
          <a:xfrm>
            <a:off x="9204960" y="1463040"/>
            <a:ext cx="2560320" cy="1828800"/>
          </a:xfrm>
          <a:prstGeom prst="rect">
            <a:avLst/>
          </a:prstGeom>
          <a:solidFill>
            <a:srgbClr val="46A67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0320" y="1645920"/>
            <a:ext cx="548640" cy="5486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204960" y="2255520"/>
            <a:ext cx="25603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9204960" y="2682240"/>
            <a:ext cx="25603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features</a:t>
            </a:r>
            <a:endParaRPr lang="en-US" sz="1467" dirty="0"/>
          </a:p>
        </p:txBody>
      </p:sp>
      <p:sp>
        <p:nvSpPr>
          <p:cNvPr id="21" name="Text 14"/>
          <p:cNvSpPr/>
          <p:nvPr/>
        </p:nvSpPr>
        <p:spPr>
          <a:xfrm>
            <a:off x="4206240" y="3429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Features: 34</a:t>
            </a:r>
            <a:endParaRPr lang="en-US" sz="2133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789679"/>
              </p:ext>
            </p:extLst>
          </p:nvPr>
        </p:nvGraphicFramePr>
        <p:xfrm>
          <a:off x="6951133" y="4218093"/>
          <a:ext cx="4814147" cy="1097280"/>
        </p:xfrm>
        <a:graphic>
          <a:graphicData uri="http://schemas.openxmlformats.org/drawingml/2006/table">
            <a:tbl>
              <a:tblPr/>
              <a:tblGrid>
                <a:gridCol w="2322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1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Records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High-Pollution Days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EE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 (3.7%)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Period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2018/4-2025/4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D18924FE-26B2-EEED-C5C0-8D601DE2A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179D3C6-DE99-220A-6980-0138593CCE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206240"/>
            <a:ext cx="5985933" cy="2089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46304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Selection: Three Diverse Approaches</a:t>
            </a:r>
            <a:endParaRPr lang="en-US" sz="2933" dirty="0"/>
          </a:p>
        </p:txBody>
      </p:sp>
      <p:sp>
        <p:nvSpPr>
          <p:cNvPr id="5" name="Shape 2"/>
          <p:cNvSpPr/>
          <p:nvPr/>
        </p:nvSpPr>
        <p:spPr>
          <a:xfrm>
            <a:off x="609600" y="1463040"/>
            <a:ext cx="3535680" cy="3901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Shape 3"/>
          <p:cNvSpPr/>
          <p:nvPr/>
        </p:nvSpPr>
        <p:spPr>
          <a:xfrm>
            <a:off x="609600" y="1463040"/>
            <a:ext cx="3535680" cy="975360"/>
          </a:xfrm>
          <a:prstGeom prst="rect">
            <a:avLst/>
          </a:prstGeom>
          <a:solidFill>
            <a:srgbClr val="FFA300"/>
          </a:solidFill>
          <a:ln/>
        </p:spPr>
        <p:txBody>
          <a:bodyPr/>
          <a:lstStyle/>
          <a:p>
            <a:endParaRPr lang="zh-CN" altLang="en-US" sz="24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584960"/>
            <a:ext cx="670560" cy="670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600" y="2560320"/>
            <a:ext cx="353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867" dirty="0"/>
          </a:p>
          <a:p>
            <a:pPr algn="ctr"/>
            <a:r>
              <a:rPr lang="en-US" sz="18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867" dirty="0"/>
          </a:p>
        </p:txBody>
      </p:sp>
      <p:sp>
        <p:nvSpPr>
          <p:cNvPr id="9" name="Text 5"/>
          <p:cNvSpPr/>
          <p:nvPr/>
        </p:nvSpPr>
        <p:spPr>
          <a:xfrm>
            <a:off x="975360" y="3413760"/>
            <a:ext cx="2804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</a:t>
            </a:r>
            <a:endParaRPr lang="en-US" b="1" dirty="0"/>
          </a:p>
        </p:txBody>
      </p:sp>
      <p:sp>
        <p:nvSpPr>
          <p:cNvPr id="10" name="Text 6"/>
          <p:cNvSpPr/>
          <p:nvPr/>
        </p:nvSpPr>
        <p:spPr>
          <a:xfrm>
            <a:off x="975360" y="3901440"/>
            <a:ext cx="2804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coefficients</a:t>
            </a:r>
            <a:endParaRPr lang="en-US" b="1" dirty="0"/>
          </a:p>
        </p:txBody>
      </p:sp>
      <p:sp>
        <p:nvSpPr>
          <p:cNvPr id="11" name="Text 7"/>
          <p:cNvSpPr/>
          <p:nvPr/>
        </p:nvSpPr>
        <p:spPr>
          <a:xfrm>
            <a:off x="975360" y="4389120"/>
            <a:ext cx="2804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explainable</a:t>
            </a:r>
            <a:endParaRPr lang="en-US" b="1" dirty="0"/>
          </a:p>
        </p:txBody>
      </p:sp>
      <p:sp>
        <p:nvSpPr>
          <p:cNvPr id="12" name="Shape 8"/>
          <p:cNvSpPr/>
          <p:nvPr/>
        </p:nvSpPr>
        <p:spPr>
          <a:xfrm>
            <a:off x="4450080" y="1463040"/>
            <a:ext cx="3535680" cy="3901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13" name="Shape 9"/>
          <p:cNvSpPr/>
          <p:nvPr/>
        </p:nvSpPr>
        <p:spPr>
          <a:xfrm>
            <a:off x="4450080" y="1463040"/>
            <a:ext cx="3535680" cy="975360"/>
          </a:xfrm>
          <a:prstGeom prst="rect">
            <a:avLst/>
          </a:prstGeom>
          <a:solidFill>
            <a:srgbClr val="FF671F"/>
          </a:solidFill>
          <a:ln/>
        </p:spPr>
        <p:txBody>
          <a:bodyPr/>
          <a:lstStyle/>
          <a:p>
            <a:endParaRPr lang="zh-CN" altLang="en-US" sz="240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584960"/>
            <a:ext cx="670560" cy="6705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50080" y="2560320"/>
            <a:ext cx="353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867" dirty="0"/>
          </a:p>
          <a:p>
            <a:pPr algn="ctr"/>
            <a:r>
              <a:rPr lang="en-US" sz="18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867" dirty="0"/>
          </a:p>
        </p:txBody>
      </p:sp>
      <p:sp>
        <p:nvSpPr>
          <p:cNvPr id="16" name="Text 11"/>
          <p:cNvSpPr/>
          <p:nvPr/>
        </p:nvSpPr>
        <p:spPr>
          <a:xfrm>
            <a:off x="4815840" y="3413760"/>
            <a:ext cx="2804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ensemble</a:t>
            </a:r>
            <a:endParaRPr lang="en-US" b="1" dirty="0"/>
          </a:p>
        </p:txBody>
      </p:sp>
      <p:sp>
        <p:nvSpPr>
          <p:cNvPr id="17" name="Text 12"/>
          <p:cNvSpPr/>
          <p:nvPr/>
        </p:nvSpPr>
        <p:spPr>
          <a:xfrm>
            <a:off x="4815840" y="3901440"/>
            <a:ext cx="2804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b="1" dirty="0"/>
          </a:p>
        </p:txBody>
      </p:sp>
      <p:sp>
        <p:nvSpPr>
          <p:cNvPr id="18" name="Text 13"/>
          <p:cNvSpPr/>
          <p:nvPr/>
        </p:nvSpPr>
        <p:spPr>
          <a:xfrm>
            <a:off x="4815840" y="4389120"/>
            <a:ext cx="2804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interactions</a:t>
            </a:r>
            <a:endParaRPr lang="en-US" b="1" dirty="0"/>
          </a:p>
        </p:txBody>
      </p:sp>
      <p:sp>
        <p:nvSpPr>
          <p:cNvPr id="19" name="Shape 14"/>
          <p:cNvSpPr/>
          <p:nvPr/>
        </p:nvSpPr>
        <p:spPr>
          <a:xfrm>
            <a:off x="8290560" y="1463040"/>
            <a:ext cx="3535680" cy="3901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20" name="Shape 15"/>
          <p:cNvSpPr/>
          <p:nvPr/>
        </p:nvSpPr>
        <p:spPr>
          <a:xfrm>
            <a:off x="8290560" y="1463040"/>
            <a:ext cx="3535680" cy="975360"/>
          </a:xfrm>
          <a:prstGeom prst="rect">
            <a:avLst/>
          </a:prstGeom>
          <a:solidFill>
            <a:srgbClr val="EE2C2A"/>
          </a:solidFill>
          <a:ln/>
        </p:spPr>
        <p:txBody>
          <a:bodyPr/>
          <a:lstStyle/>
          <a:p>
            <a:endParaRPr lang="zh-CN" altLang="en-US" sz="240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1584960"/>
            <a:ext cx="670560" cy="6705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90560" y="2560320"/>
            <a:ext cx="353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</a:t>
            </a:r>
            <a:endParaRPr lang="en-US" sz="1867" dirty="0"/>
          </a:p>
          <a:p>
            <a:pPr algn="ctr"/>
            <a:r>
              <a:rPr lang="en-US" sz="18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867" dirty="0"/>
          </a:p>
        </p:txBody>
      </p:sp>
      <p:sp>
        <p:nvSpPr>
          <p:cNvPr id="23" name="Text 17"/>
          <p:cNvSpPr/>
          <p:nvPr/>
        </p:nvSpPr>
        <p:spPr>
          <a:xfrm>
            <a:off x="8656320" y="3413760"/>
            <a:ext cx="2804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b="1" dirty="0"/>
          </a:p>
        </p:txBody>
      </p:sp>
      <p:sp>
        <p:nvSpPr>
          <p:cNvPr id="24" name="Text 18"/>
          <p:cNvSpPr/>
          <p:nvPr/>
        </p:nvSpPr>
        <p:spPr>
          <a:xfrm>
            <a:off x="8656320" y="3901440"/>
            <a:ext cx="2804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predictive power</a:t>
            </a:r>
            <a:endParaRPr lang="en-US" b="1" dirty="0"/>
          </a:p>
        </p:txBody>
      </p:sp>
      <p:sp>
        <p:nvSpPr>
          <p:cNvPr id="25" name="Text 19"/>
          <p:cNvSpPr/>
          <p:nvPr/>
        </p:nvSpPr>
        <p:spPr>
          <a:xfrm>
            <a:off x="8656320" y="4389120"/>
            <a:ext cx="2804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tree boosting</a:t>
            </a:r>
            <a:endParaRPr lang="en-US" b="1" dirty="0"/>
          </a:p>
        </p:txBody>
      </p:sp>
      <p:sp>
        <p:nvSpPr>
          <p:cNvPr id="26" name="Shape 20"/>
          <p:cNvSpPr/>
          <p:nvPr/>
        </p:nvSpPr>
        <p:spPr>
          <a:xfrm>
            <a:off x="609600" y="5669280"/>
            <a:ext cx="10972800" cy="67056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27" name="Text 21"/>
          <p:cNvSpPr/>
          <p:nvPr/>
        </p:nvSpPr>
        <p:spPr>
          <a:xfrm>
            <a:off x="853440" y="5669280"/>
            <a:ext cx="104851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6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diverse approaches ensures robustness and identifies which captures PM2.5 patterns best</a:t>
            </a:r>
            <a:endParaRPr lang="en-US" sz="2000" b="1" dirty="0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43B6DCFA-25E3-BFF6-E289-1B195AA5C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46304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Detected: CV vs Test Generalization Gap</a:t>
            </a:r>
            <a:endParaRPr lang="en-US" sz="2933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270584"/>
              </p:ext>
            </p:extLst>
          </p:nvPr>
        </p:nvGraphicFramePr>
        <p:xfrm>
          <a:off x="731519" y="1584960"/>
          <a:ext cx="10910148" cy="1463040"/>
        </p:xfrm>
        <a:graphic>
          <a:graphicData uri="http://schemas.openxmlformats.org/drawingml/2006/table">
            <a:tbl>
              <a:tblPr/>
              <a:tblGrid>
                <a:gridCol w="3683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5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F1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E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HistGradientBoosting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E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LogisticRegression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46A6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609600" y="3535680"/>
          <a:ext cx="67056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7680960" y="3535680"/>
            <a:ext cx="3901440" cy="292608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8" name="Text 3"/>
          <p:cNvSpPr/>
          <p:nvPr/>
        </p:nvSpPr>
        <p:spPr>
          <a:xfrm>
            <a:off x="7924800" y="3657600"/>
            <a:ext cx="3535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b="1" dirty="0">
                <a:solidFill>
                  <a:srgbClr val="EE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
</a:t>
            </a:r>
            <a:endParaRPr lang="en-US" sz="2400" dirty="0"/>
          </a:p>
          <a:p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models achieved near-perfect CV F1 but failed on test set.
</a:t>
            </a:r>
            <a:endParaRPr lang="en-US" sz="2400" dirty="0"/>
          </a:p>
          <a:p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2000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regularization to reduce overfitting gaps</a:t>
            </a:r>
            <a:endParaRPr lang="en-US" sz="24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F733B4-4450-2FCC-63D5-25B7AFECE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46304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Selection: HGB Chosen by Best Test F1 and Precision</a:t>
            </a:r>
            <a:endParaRPr lang="en-US" sz="2933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419DCCD-114A-09F7-BB5E-DAB596BF4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D12F9249-F7C2-F555-7399-1586B22281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836427"/>
              </p:ext>
            </p:extLst>
          </p:nvPr>
        </p:nvGraphicFramePr>
        <p:xfrm>
          <a:off x="539561" y="4149391"/>
          <a:ext cx="6937765" cy="1584960"/>
        </p:xfrm>
        <a:graphic>
          <a:graphicData uri="http://schemas.openxmlformats.org/drawingml/2006/table">
            <a:tbl>
              <a:tblPr/>
              <a:tblGrid>
                <a:gridCol w="874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8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5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6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67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80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80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HGB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A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BEST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Best Recall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LogReg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Baseline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64B15ED-6D29-5DB9-596A-03FAF335E9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9561" y="1215738"/>
            <a:ext cx="5981004" cy="2990502"/>
          </a:xfrm>
          <a:prstGeom prst="rect">
            <a:avLst/>
          </a:prstGeom>
        </p:spPr>
      </p:pic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536FB93C-1049-8348-6E1A-E31E3E4916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55114" y="1215738"/>
            <a:ext cx="5042807" cy="29905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46304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Performance: Hold-Out Gold Standard</a:t>
            </a:r>
            <a:endParaRPr lang="en-US" sz="2933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609600" y="1584960"/>
          <a:ext cx="10485120" cy="14020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C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HGB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A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BEST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LogReg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B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09600" y="3435924"/>
            <a:ext cx="10972800" cy="3025836"/>
          </a:xfrm>
          <a:prstGeom prst="rect">
            <a:avLst/>
          </a:prstGeom>
          <a:solidFill>
            <a:srgbClr val="F7F5F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7" name="Text 3"/>
          <p:cNvSpPr/>
          <p:nvPr/>
        </p:nvSpPr>
        <p:spPr>
          <a:xfrm>
            <a:off x="853440" y="3533742"/>
            <a:ext cx="10485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E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HistGradientBoosting: Best Model Selection</a:t>
            </a:r>
            <a:endParaRPr lang="en-US" sz="2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576" y="4130176"/>
            <a:ext cx="319024" cy="32971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63040" y="4021422"/>
            <a:ext cx="9753600" cy="547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F1: 0.67 (best balance of precision and recall)</a:t>
            </a:r>
            <a:endParaRPr lang="en-US" sz="2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576" y="4728703"/>
            <a:ext cx="319024" cy="32971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63040" y="4619948"/>
            <a:ext cx="9753600" cy="547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Precision: 0.88 (minimize false alarms for public health)</a:t>
            </a:r>
            <a:endParaRPr lang="en-US" sz="2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576" y="5327229"/>
            <a:ext cx="319024" cy="329716"/>
          </a:xfrm>
          <a:prstGeom prst="rect">
            <a:avLst/>
          </a:prstGeom>
        </p:spPr>
      </p:pic>
      <p:sp>
        <p:nvSpPr>
          <p:cNvPr id="5" name="Text 6"/>
          <p:cNvSpPr/>
          <p:nvPr/>
        </p:nvSpPr>
        <p:spPr>
          <a:xfrm>
            <a:off x="1463040" y="5218474"/>
            <a:ext cx="9753600" cy="547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0.94 (strong discrimination high/low pollution)</a:t>
            </a:r>
            <a:endParaRPr lang="en-US" sz="2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576" y="5925755"/>
            <a:ext cx="319024" cy="32971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463040" y="5817000"/>
            <a:ext cx="9753600" cy="547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 Improvement: 0.35 → 0.67 (+92% from baseline)</a:t>
            </a:r>
            <a:endParaRPr lang="en-US" sz="2000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64FA131-32C7-792F-4E16-6B09654A6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46304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Trade-off &amp; Generalization Improvement</a:t>
            </a:r>
            <a:endParaRPr lang="en-US" sz="2933" dirty="0"/>
          </a:p>
        </p:txBody>
      </p:sp>
      <p:sp>
        <p:nvSpPr>
          <p:cNvPr id="5" name="Shape 2"/>
          <p:cNvSpPr/>
          <p:nvPr/>
        </p:nvSpPr>
        <p:spPr>
          <a:xfrm>
            <a:off x="609600" y="1463040"/>
            <a:ext cx="52425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Text 3"/>
          <p:cNvSpPr/>
          <p:nvPr/>
        </p:nvSpPr>
        <p:spPr>
          <a:xfrm>
            <a:off x="853440" y="1584960"/>
            <a:ext cx="4754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Analysis</a:t>
            </a:r>
            <a:endParaRPr lang="en-US" sz="1867" dirty="0"/>
          </a:p>
        </p:txBody>
      </p:sp>
      <p:sp>
        <p:nvSpPr>
          <p:cNvPr id="7" name="Shape 4"/>
          <p:cNvSpPr/>
          <p:nvPr/>
        </p:nvSpPr>
        <p:spPr>
          <a:xfrm>
            <a:off x="853440" y="2255520"/>
            <a:ext cx="73152" cy="670560"/>
          </a:xfrm>
          <a:prstGeom prst="rect">
            <a:avLst/>
          </a:prstGeom>
          <a:solidFill>
            <a:srgbClr val="EE2C2A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8" name="Text 5"/>
          <p:cNvSpPr/>
          <p:nvPr/>
        </p:nvSpPr>
        <p:spPr>
          <a:xfrm>
            <a:off x="1097280" y="2255520"/>
            <a:ext cx="1219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7280" y="2572512"/>
            <a:ext cx="4511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 / 0.64 — Few false positives</a:t>
            </a:r>
            <a:endParaRPr lang="en-US" sz="1333" dirty="0"/>
          </a:p>
        </p:txBody>
      </p:sp>
      <p:sp>
        <p:nvSpPr>
          <p:cNvPr id="10" name="Shape 7"/>
          <p:cNvSpPr/>
          <p:nvPr/>
        </p:nvSpPr>
        <p:spPr>
          <a:xfrm>
            <a:off x="853440" y="3108960"/>
            <a:ext cx="73152" cy="670560"/>
          </a:xfrm>
          <a:prstGeom prst="rect">
            <a:avLst/>
          </a:prstGeom>
          <a:solidFill>
            <a:srgbClr val="FF671F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11" name="Text 8"/>
          <p:cNvSpPr/>
          <p:nvPr/>
        </p:nvSpPr>
        <p:spPr>
          <a:xfrm>
            <a:off x="1097280" y="3108960"/>
            <a:ext cx="1219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97280" y="3425952"/>
            <a:ext cx="4511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 / 0.77 — Balanced trade-off</a:t>
            </a:r>
            <a:endParaRPr lang="en-US" sz="1333" dirty="0"/>
          </a:p>
        </p:txBody>
      </p:sp>
      <p:sp>
        <p:nvSpPr>
          <p:cNvPr id="13" name="Shape 10"/>
          <p:cNvSpPr/>
          <p:nvPr/>
        </p:nvSpPr>
        <p:spPr>
          <a:xfrm>
            <a:off x="853440" y="3962400"/>
            <a:ext cx="73152" cy="670560"/>
          </a:xfrm>
          <a:prstGeom prst="rect">
            <a:avLst/>
          </a:prstGeom>
          <a:solidFill>
            <a:srgbClr val="8C857B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14" name="Text 11"/>
          <p:cNvSpPr/>
          <p:nvPr/>
        </p:nvSpPr>
        <p:spPr>
          <a:xfrm>
            <a:off x="1097280" y="3962400"/>
            <a:ext cx="1219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97280" y="4279392"/>
            <a:ext cx="4511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 / 0.31 — Too many false alarms</a:t>
            </a:r>
            <a:endParaRPr lang="en-US" sz="1333" dirty="0"/>
          </a:p>
        </p:txBody>
      </p:sp>
      <p:sp>
        <p:nvSpPr>
          <p:cNvPr id="16" name="Shape 13"/>
          <p:cNvSpPr/>
          <p:nvPr/>
        </p:nvSpPr>
        <p:spPr>
          <a:xfrm>
            <a:off x="6339840" y="1463040"/>
            <a:ext cx="52425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17" name="Text 14"/>
          <p:cNvSpPr/>
          <p:nvPr/>
        </p:nvSpPr>
        <p:spPr>
          <a:xfrm>
            <a:off x="6583680" y="1584960"/>
            <a:ext cx="4754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Reduction</a:t>
            </a:r>
            <a:endParaRPr lang="en-US" sz="1867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6461760" y="2194560"/>
          <a:ext cx="4876800" cy="2682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5"/>
          <p:cNvSpPr/>
          <p:nvPr/>
        </p:nvSpPr>
        <p:spPr>
          <a:xfrm>
            <a:off x="609600" y="5486400"/>
            <a:ext cx="10972800" cy="85344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20" name="Text 16"/>
          <p:cNvSpPr/>
          <p:nvPr/>
        </p:nvSpPr>
        <p:spPr>
          <a:xfrm>
            <a:off x="853440" y="5486400"/>
            <a:ext cx="104851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46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(max_depth=10, min_samples_leaf=30, L2=0.01) prevents memorization. HGB’s precision reduces false-alarm rate.</a:t>
            </a:r>
            <a:endParaRPr lang="en-US" sz="1467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30DC5D18-E6F2-540F-68B9-A409BD669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46304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Ranking: What Drives PM2.5?</a:t>
            </a:r>
            <a:endParaRPr lang="en-US" sz="2933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09600" y="1341120"/>
          <a:ext cx="731520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8290560" y="1463040"/>
            <a:ext cx="3413760" cy="4632960"/>
          </a:xfrm>
          <a:prstGeom prst="rect">
            <a:avLst/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7" name="Shape 3"/>
          <p:cNvSpPr/>
          <p:nvPr/>
        </p:nvSpPr>
        <p:spPr>
          <a:xfrm>
            <a:off x="8290560" y="1463040"/>
            <a:ext cx="73152" cy="4632960"/>
          </a:xfrm>
          <a:prstGeom prst="rect">
            <a:avLst/>
          </a:prstGeom>
          <a:solidFill>
            <a:srgbClr val="FFA300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8" name="Text 4"/>
          <p:cNvSpPr/>
          <p:nvPr/>
        </p:nvSpPr>
        <p:spPr>
          <a:xfrm>
            <a:off x="8595360" y="1584960"/>
            <a:ext cx="2926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867" dirty="0"/>
          </a:p>
        </p:txBody>
      </p:sp>
      <p:sp>
        <p:nvSpPr>
          <p:cNvPr id="9" name="Text 5"/>
          <p:cNvSpPr/>
          <p:nvPr/>
        </p:nvSpPr>
        <p:spPr>
          <a:xfrm>
            <a:off x="8595360" y="2194560"/>
            <a:ext cx="2865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Aerosol index (smoke signal) is the strongest PM2.5 predictor, validating the importance of satellite-based smoke tracking.</a:t>
            </a:r>
            <a:endParaRPr lang="en-US" sz="1467" dirty="0"/>
          </a:p>
          <a:p>
            <a:endParaRPr lang="en-US" sz="1467" dirty="0"/>
          </a:p>
          <a:p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count and wind speed are the 2nd and 3rd most important features, confirming the fire → transport → impact chain.</a:t>
            </a:r>
            <a:endParaRPr lang="en-US" sz="1467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A505A3C-19A9-951D-25B0-9F8E07942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46304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 Discovery: Seasonal &amp; Monthly Variation</a:t>
            </a:r>
            <a:endParaRPr lang="en-US" sz="2933" dirty="0"/>
          </a:p>
        </p:txBody>
      </p:sp>
      <p:pic>
        <p:nvPicPr>
          <p:cNvPr id="5" name="Image 1" descr="/home/claude/unpacked_source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41120"/>
            <a:ext cx="7315200" cy="3657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924800" y="1341120"/>
            <a:ext cx="3779520" cy="4998720"/>
          </a:xfrm>
          <a:prstGeom prst="rect">
            <a:avLst/>
          </a:prstGeom>
          <a:solidFill>
            <a:srgbClr val="F7F5F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7" name="Text 3"/>
          <p:cNvSpPr/>
          <p:nvPr/>
        </p:nvSpPr>
        <p:spPr>
          <a:xfrm>
            <a:off x="8168640" y="1463040"/>
            <a:ext cx="158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1467" dirty="0"/>
          </a:p>
        </p:txBody>
      </p:sp>
      <p:sp>
        <p:nvSpPr>
          <p:cNvPr id="8" name="Text 4"/>
          <p:cNvSpPr/>
          <p:nvPr/>
        </p:nvSpPr>
        <p:spPr>
          <a:xfrm>
            <a:off x="9753600" y="1463040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(5 events)</a:t>
            </a:r>
            <a:endParaRPr lang="en-US" sz="1467" dirty="0"/>
          </a:p>
        </p:txBody>
      </p:sp>
      <p:sp>
        <p:nvSpPr>
          <p:cNvPr id="9" name="Text 5"/>
          <p:cNvSpPr/>
          <p:nvPr/>
        </p:nvSpPr>
        <p:spPr>
          <a:xfrm>
            <a:off x="8168640" y="1865376"/>
            <a:ext cx="158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Safest</a:t>
            </a:r>
            <a:endParaRPr lang="en-US" sz="1467" dirty="0"/>
          </a:p>
        </p:txBody>
      </p:sp>
      <p:sp>
        <p:nvSpPr>
          <p:cNvPr id="10" name="Text 6"/>
          <p:cNvSpPr/>
          <p:nvPr/>
        </p:nvSpPr>
        <p:spPr>
          <a:xfrm>
            <a:off x="9753600" y="1865376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(0)</a:t>
            </a:r>
            <a:endParaRPr lang="en-US" sz="1467" dirty="0"/>
          </a:p>
        </p:txBody>
      </p:sp>
      <p:sp>
        <p:nvSpPr>
          <p:cNvPr id="11" name="Text 7"/>
          <p:cNvSpPr/>
          <p:nvPr/>
        </p:nvSpPr>
        <p:spPr>
          <a:xfrm>
            <a:off x="8168640" y="2450592"/>
            <a:ext cx="158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endParaRPr lang="en-US" sz="1467" dirty="0"/>
          </a:p>
        </p:txBody>
      </p:sp>
      <p:sp>
        <p:nvSpPr>
          <p:cNvPr id="12" name="Text 8"/>
          <p:cNvSpPr/>
          <p:nvPr/>
        </p:nvSpPr>
        <p:spPr>
          <a:xfrm>
            <a:off x="9753600" y="2450592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6.30 µg/m³</a:t>
            </a:r>
            <a:endParaRPr lang="en-US" sz="1467" dirty="0"/>
          </a:p>
        </p:txBody>
      </p:sp>
      <p:sp>
        <p:nvSpPr>
          <p:cNvPr id="13" name="Text 9"/>
          <p:cNvSpPr/>
          <p:nvPr/>
        </p:nvSpPr>
        <p:spPr>
          <a:xfrm>
            <a:off x="8168640" y="2852928"/>
            <a:ext cx="158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</a:t>
            </a:r>
            <a:endParaRPr lang="en-US" sz="1467" dirty="0"/>
          </a:p>
        </p:txBody>
      </p:sp>
      <p:sp>
        <p:nvSpPr>
          <p:cNvPr id="14" name="Text 10"/>
          <p:cNvSpPr/>
          <p:nvPr/>
        </p:nvSpPr>
        <p:spPr>
          <a:xfrm>
            <a:off x="9753600" y="2852928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12.75 µg/m³ (2.0×)</a:t>
            </a:r>
            <a:endParaRPr lang="en-US" sz="1467" dirty="0"/>
          </a:p>
        </p:txBody>
      </p:sp>
      <p:sp>
        <p:nvSpPr>
          <p:cNvPr id="15" name="Text 11"/>
          <p:cNvSpPr/>
          <p:nvPr/>
        </p:nvSpPr>
        <p:spPr>
          <a:xfrm>
            <a:off x="8168640" y="3255264"/>
            <a:ext cx="158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</a:t>
            </a:r>
            <a:endParaRPr lang="en-US" sz="1467" dirty="0"/>
          </a:p>
        </p:txBody>
      </p:sp>
      <p:sp>
        <p:nvSpPr>
          <p:cNvPr id="16" name="Text 12"/>
          <p:cNvSpPr/>
          <p:nvPr/>
        </p:nvSpPr>
        <p:spPr>
          <a:xfrm>
            <a:off x="9753600" y="3255264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7.21 µg/m³</a:t>
            </a:r>
            <a:endParaRPr lang="en-US" sz="1467" dirty="0"/>
          </a:p>
        </p:txBody>
      </p:sp>
      <p:sp>
        <p:nvSpPr>
          <p:cNvPr id="17" name="Text 13"/>
          <p:cNvSpPr/>
          <p:nvPr/>
        </p:nvSpPr>
        <p:spPr>
          <a:xfrm>
            <a:off x="8168640" y="3657600"/>
            <a:ext cx="158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</a:t>
            </a:r>
            <a:endParaRPr lang="en-US" sz="1467" dirty="0"/>
          </a:p>
        </p:txBody>
      </p:sp>
      <p:sp>
        <p:nvSpPr>
          <p:cNvPr id="18" name="Text 14"/>
          <p:cNvSpPr/>
          <p:nvPr/>
        </p:nvSpPr>
        <p:spPr>
          <a:xfrm>
            <a:off x="9753600" y="3657600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7.61 µg/m³</a:t>
            </a:r>
            <a:endParaRPr lang="en-US" sz="1467" dirty="0"/>
          </a:p>
        </p:txBody>
      </p:sp>
      <p:sp>
        <p:nvSpPr>
          <p:cNvPr id="19" name="Text 15"/>
          <p:cNvSpPr/>
          <p:nvPr/>
        </p:nvSpPr>
        <p:spPr>
          <a:xfrm>
            <a:off x="8168640" y="4242816"/>
            <a:ext cx="158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467" dirty="0"/>
          </a:p>
        </p:txBody>
      </p:sp>
      <p:sp>
        <p:nvSpPr>
          <p:cNvPr id="20" name="Text 16"/>
          <p:cNvSpPr/>
          <p:nvPr/>
        </p:nvSpPr>
        <p:spPr>
          <a:xfrm>
            <a:off x="9753600" y="4242816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</a:t>
            </a:r>
            <a:endParaRPr lang="en-US" sz="1467" dirty="0"/>
          </a:p>
        </p:txBody>
      </p:sp>
      <p:sp>
        <p:nvSpPr>
          <p:cNvPr id="21" name="Text 17"/>
          <p:cNvSpPr/>
          <p:nvPr/>
        </p:nvSpPr>
        <p:spPr>
          <a:xfrm>
            <a:off x="8168640" y="4645152"/>
            <a:ext cx="158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467" dirty="0"/>
          </a:p>
        </p:txBody>
      </p:sp>
      <p:sp>
        <p:nvSpPr>
          <p:cNvPr id="22" name="Text 18"/>
          <p:cNvSpPr/>
          <p:nvPr/>
        </p:nvSpPr>
        <p:spPr>
          <a:xfrm>
            <a:off x="9753600" y="4645152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events</a:t>
            </a:r>
            <a:endParaRPr lang="en-US" sz="1467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0E1F3FE9-E547-2DC6-F5D1-5591ECF8E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46304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High-Pollution Events: Timeline &amp; Severity</a:t>
            </a:r>
            <a:endParaRPr lang="en-US" sz="2933" dirty="0"/>
          </a:p>
        </p:txBody>
      </p:sp>
      <p:pic>
        <p:nvPicPr>
          <p:cNvPr id="5" name="Image 1" descr="/home/claude/unpacked_source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336" y="1161412"/>
            <a:ext cx="7980284" cy="556571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FAB1C20-559E-B67E-EF12-236A58FBF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46304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Fire-to-Calgary Smoke Transport: Spatial Analysis</a:t>
            </a:r>
            <a:endParaRPr lang="en-US" sz="2933" dirty="0"/>
          </a:p>
        </p:txBody>
      </p:sp>
      <p:sp>
        <p:nvSpPr>
          <p:cNvPr id="5" name="Text 2"/>
          <p:cNvSpPr/>
          <p:nvPr/>
        </p:nvSpPr>
        <p:spPr>
          <a:xfrm>
            <a:off x="731520" y="140208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Time-slider maps show smoke plume dispersion from BC fire sources to Calgary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2072640"/>
            <a:ext cx="5120640" cy="3901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7" name="Shape 4"/>
          <p:cNvSpPr/>
          <p:nvPr/>
        </p:nvSpPr>
        <p:spPr>
          <a:xfrm>
            <a:off x="731520" y="2072640"/>
            <a:ext cx="5120640" cy="670560"/>
          </a:xfrm>
          <a:prstGeom prst="rect">
            <a:avLst/>
          </a:prstGeom>
          <a:solidFill>
            <a:srgbClr val="EE2C2A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8" name="Text 5"/>
          <p:cNvSpPr/>
          <p:nvPr/>
        </p:nvSpPr>
        <p:spPr>
          <a:xfrm>
            <a:off x="731520" y="2072640"/>
            <a:ext cx="5120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file"/>
              </a:rPr>
              <a:t>EVENT 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97280" y="2987040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21–28, 2024</a:t>
            </a:r>
            <a:endParaRPr lang="en-US" sz="1733" dirty="0"/>
          </a:p>
        </p:txBody>
      </p:sp>
      <p:sp>
        <p:nvSpPr>
          <p:cNvPr id="10" name="Text 7"/>
          <p:cNvSpPr/>
          <p:nvPr/>
        </p:nvSpPr>
        <p:spPr>
          <a:xfrm>
            <a:off x="1097280" y="3474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July 24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7280" y="3840480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EE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PM2.5: 134 µg/m³</a:t>
            </a:r>
            <a:endParaRPr lang="en-US" sz="2667" dirty="0"/>
          </a:p>
        </p:txBody>
      </p:sp>
      <p:sp>
        <p:nvSpPr>
          <p:cNvPr id="12" name="Text 9"/>
          <p:cNvSpPr/>
          <p:nvPr/>
        </p:nvSpPr>
        <p:spPr>
          <a:xfrm>
            <a:off x="1097280" y="4450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8-day fire dispersion</a:t>
            </a:r>
            <a:endParaRPr lang="en-US" sz="1467" dirty="0"/>
          </a:p>
        </p:txBody>
      </p:sp>
      <p:sp>
        <p:nvSpPr>
          <p:cNvPr id="13" name="Shape 10"/>
          <p:cNvSpPr/>
          <p:nvPr/>
        </p:nvSpPr>
        <p:spPr>
          <a:xfrm>
            <a:off x="6461760" y="2072640"/>
            <a:ext cx="5120640" cy="3901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14" name="Shape 11"/>
          <p:cNvSpPr/>
          <p:nvPr/>
        </p:nvSpPr>
        <p:spPr>
          <a:xfrm>
            <a:off x="6461760" y="2072640"/>
            <a:ext cx="5120640" cy="670560"/>
          </a:xfrm>
          <a:prstGeom prst="rect">
            <a:avLst/>
          </a:prstGeom>
          <a:solidFill>
            <a:srgbClr val="FF671F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15" name="Text 12"/>
          <p:cNvSpPr/>
          <p:nvPr/>
        </p:nvSpPr>
        <p:spPr>
          <a:xfrm>
            <a:off x="6461760" y="2072640"/>
            <a:ext cx="5120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file"/>
              </a:rPr>
              <a:t>EVENT 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827520" y="2987040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12–19, 2024</a:t>
            </a:r>
            <a:endParaRPr lang="en-US" sz="1733" dirty="0"/>
          </a:p>
        </p:txBody>
      </p:sp>
      <p:sp>
        <p:nvSpPr>
          <p:cNvPr id="17" name="Text 14"/>
          <p:cNvSpPr/>
          <p:nvPr/>
        </p:nvSpPr>
        <p:spPr>
          <a:xfrm>
            <a:off x="6827520" y="3474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August 15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827520" y="3840480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EE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PM2.5: 53.5 µg/m³</a:t>
            </a:r>
            <a:endParaRPr lang="en-US" sz="2667" dirty="0"/>
          </a:p>
        </p:txBody>
      </p:sp>
      <p:sp>
        <p:nvSpPr>
          <p:cNvPr id="19" name="Text 16"/>
          <p:cNvSpPr/>
          <p:nvPr/>
        </p:nvSpPr>
        <p:spPr>
          <a:xfrm>
            <a:off x="6827520" y="4450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Wind-influenced trajectory</a:t>
            </a:r>
            <a:endParaRPr lang="en-US" sz="1467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B7254ED-27A2-F462-2C94-0682D913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46304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&amp; How It Applies</a:t>
            </a:r>
            <a:endParaRPr lang="en-US" sz="2933" dirty="0"/>
          </a:p>
        </p:txBody>
      </p:sp>
      <p:sp>
        <p:nvSpPr>
          <p:cNvPr id="5" name="Shape 2"/>
          <p:cNvSpPr/>
          <p:nvPr/>
        </p:nvSpPr>
        <p:spPr>
          <a:xfrm>
            <a:off x="487680" y="1280160"/>
            <a:ext cx="5547360" cy="5120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Shape 3"/>
          <p:cNvSpPr/>
          <p:nvPr/>
        </p:nvSpPr>
        <p:spPr>
          <a:xfrm>
            <a:off x="487680" y="1280160"/>
            <a:ext cx="5547360" cy="609600"/>
          </a:xfrm>
          <a:prstGeom prst="rect">
            <a:avLst/>
          </a:prstGeom>
          <a:solidFill>
            <a:srgbClr val="EE2C2A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7" name="Text 4"/>
          <p:cNvSpPr/>
          <p:nvPr/>
        </p:nvSpPr>
        <p:spPr>
          <a:xfrm>
            <a:off x="487680" y="1280160"/>
            <a:ext cx="55473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2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57984"/>
            <a:ext cx="390144" cy="3901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072640"/>
            <a:ext cx="207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Patterns</a:t>
            </a:r>
            <a:endParaRPr lang="en-US" sz="1467" dirty="0"/>
          </a:p>
        </p:txBody>
      </p:sp>
      <p:sp>
        <p:nvSpPr>
          <p:cNvPr id="10" name="Text 6"/>
          <p:cNvSpPr/>
          <p:nvPr/>
        </p:nvSpPr>
        <p:spPr>
          <a:xfrm>
            <a:off x="3291840" y="2072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is the peak risk month;</a:t>
            </a:r>
            <a:endParaRPr lang="en-US" sz="1267" dirty="0"/>
          </a:p>
          <a:p>
            <a:r>
              <a:rPr lang="en-US" sz="12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PM2.5 is 2× baseline</a:t>
            </a:r>
            <a:endParaRPr lang="en-US" sz="1267" dirty="0"/>
          </a:p>
        </p:txBody>
      </p:sp>
      <p:sp>
        <p:nvSpPr>
          <p:cNvPr id="11" name="Shape 7"/>
          <p:cNvSpPr/>
          <p:nvPr/>
        </p:nvSpPr>
        <p:spPr>
          <a:xfrm>
            <a:off x="731520" y="2889504"/>
            <a:ext cx="50596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11424"/>
            <a:ext cx="390144" cy="3901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926080"/>
            <a:ext cx="207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467" dirty="0"/>
          </a:p>
        </p:txBody>
      </p:sp>
      <p:sp>
        <p:nvSpPr>
          <p:cNvPr id="14" name="Text 9"/>
          <p:cNvSpPr/>
          <p:nvPr/>
        </p:nvSpPr>
        <p:spPr>
          <a:xfrm>
            <a:off x="3291840" y="2926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134 µg/m³ extreme;</a:t>
            </a:r>
            <a:endParaRPr lang="en-US" sz="1267" dirty="0"/>
          </a:p>
          <a:p>
            <a:r>
              <a:rPr lang="en-US" sz="12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high-pollution events in 1 year</a:t>
            </a:r>
            <a:endParaRPr lang="en-US" sz="1267" dirty="0"/>
          </a:p>
        </p:txBody>
      </p:sp>
      <p:sp>
        <p:nvSpPr>
          <p:cNvPr id="15" name="Shape 10"/>
          <p:cNvSpPr/>
          <p:nvPr/>
        </p:nvSpPr>
        <p:spPr>
          <a:xfrm>
            <a:off x="731520" y="3742944"/>
            <a:ext cx="50596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64864"/>
            <a:ext cx="390144" cy="3901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779520"/>
            <a:ext cx="207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467" dirty="0"/>
          </a:p>
        </p:txBody>
      </p:sp>
      <p:sp>
        <p:nvSpPr>
          <p:cNvPr id="18" name="Text 12"/>
          <p:cNvSpPr/>
          <p:nvPr/>
        </p:nvSpPr>
        <p:spPr>
          <a:xfrm>
            <a:off x="3291840" y="3779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moving average reveals</a:t>
            </a:r>
            <a:endParaRPr lang="en-US" sz="1267" dirty="0"/>
          </a:p>
          <a:p>
            <a:r>
              <a:rPr lang="en-US" sz="12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pollution cycles</a:t>
            </a:r>
            <a:endParaRPr lang="en-US" sz="1267" dirty="0"/>
          </a:p>
        </p:txBody>
      </p:sp>
      <p:sp>
        <p:nvSpPr>
          <p:cNvPr id="19" name="Shape 13"/>
          <p:cNvSpPr/>
          <p:nvPr/>
        </p:nvSpPr>
        <p:spPr>
          <a:xfrm>
            <a:off x="731520" y="4596384"/>
            <a:ext cx="50596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718304"/>
            <a:ext cx="390144" cy="3901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0160" y="4632960"/>
            <a:ext cx="207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467" dirty="0"/>
          </a:p>
        </p:txBody>
      </p:sp>
      <p:sp>
        <p:nvSpPr>
          <p:cNvPr id="22" name="Text 15"/>
          <p:cNvSpPr/>
          <p:nvPr/>
        </p:nvSpPr>
        <p:spPr>
          <a:xfrm>
            <a:off x="3291840" y="4632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accuracy, F1=0.67 with</a:t>
            </a:r>
            <a:endParaRPr lang="en-US" sz="1267" dirty="0"/>
          </a:p>
          <a:p>
            <a:r>
              <a:rPr lang="en-US" sz="12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</a:t>
            </a:r>
            <a:endParaRPr lang="en-US" sz="1267" dirty="0"/>
          </a:p>
        </p:txBody>
      </p:sp>
      <p:sp>
        <p:nvSpPr>
          <p:cNvPr id="23" name="Shape 16"/>
          <p:cNvSpPr/>
          <p:nvPr/>
        </p:nvSpPr>
        <p:spPr>
          <a:xfrm>
            <a:off x="731520" y="5449824"/>
            <a:ext cx="50596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571744"/>
            <a:ext cx="390144" cy="3901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80160" y="5486400"/>
            <a:ext cx="207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Context</a:t>
            </a:r>
            <a:endParaRPr lang="en-US" sz="1467" dirty="0"/>
          </a:p>
        </p:txBody>
      </p:sp>
      <p:sp>
        <p:nvSpPr>
          <p:cNvPr id="26" name="Text 18"/>
          <p:cNvSpPr/>
          <p:nvPr/>
        </p:nvSpPr>
        <p:spPr>
          <a:xfrm>
            <a:off x="3291840" y="54864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fire → smoke transport →</a:t>
            </a:r>
            <a:endParaRPr lang="en-US" sz="1267" dirty="0"/>
          </a:p>
          <a:p>
            <a:r>
              <a:rPr lang="en-US" sz="12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Calgary ground-level PM2.5</a:t>
            </a:r>
            <a:endParaRPr lang="en-US" sz="1267" dirty="0"/>
          </a:p>
        </p:txBody>
      </p:sp>
      <p:sp>
        <p:nvSpPr>
          <p:cNvPr id="27" name="Shape 19"/>
          <p:cNvSpPr/>
          <p:nvPr/>
        </p:nvSpPr>
        <p:spPr>
          <a:xfrm>
            <a:off x="6217920" y="1280160"/>
            <a:ext cx="5547360" cy="5120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28" name="Shape 20"/>
          <p:cNvSpPr/>
          <p:nvPr/>
        </p:nvSpPr>
        <p:spPr>
          <a:xfrm>
            <a:off x="6217920" y="1280160"/>
            <a:ext cx="5547360" cy="609600"/>
          </a:xfrm>
          <a:prstGeom prst="rect">
            <a:avLst/>
          </a:prstGeom>
          <a:solidFill>
            <a:srgbClr val="FF671F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29" name="Text 21"/>
          <p:cNvSpPr/>
          <p:nvPr/>
        </p:nvSpPr>
        <p:spPr>
          <a:xfrm>
            <a:off x="6217920" y="1280160"/>
            <a:ext cx="55473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Apply It</a:t>
            </a:r>
            <a:endParaRPr lang="en-US" sz="20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1760" y="2157984"/>
            <a:ext cx="390144" cy="39014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010400" y="2072640"/>
            <a:ext cx="207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</a:t>
            </a:r>
            <a:endParaRPr lang="en-US" sz="1467" dirty="0"/>
          </a:p>
        </p:txBody>
      </p:sp>
      <p:sp>
        <p:nvSpPr>
          <p:cNvPr id="32" name="Text 23"/>
          <p:cNvSpPr/>
          <p:nvPr/>
        </p:nvSpPr>
        <p:spPr>
          <a:xfrm>
            <a:off x="9022080" y="2072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day advance warning for</a:t>
            </a:r>
            <a:endParaRPr lang="en-US" sz="1267" dirty="0"/>
          </a:p>
          <a:p>
            <a:r>
              <a:rPr lang="en-US" sz="12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populations</a:t>
            </a:r>
            <a:endParaRPr lang="en-US" sz="1267" dirty="0"/>
          </a:p>
        </p:txBody>
      </p:sp>
      <p:sp>
        <p:nvSpPr>
          <p:cNvPr id="33" name="Shape 24"/>
          <p:cNvSpPr/>
          <p:nvPr/>
        </p:nvSpPr>
        <p:spPr>
          <a:xfrm>
            <a:off x="6461760" y="2889504"/>
            <a:ext cx="50596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1760" y="3011424"/>
            <a:ext cx="390144" cy="39014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10400" y="2926080"/>
            <a:ext cx="207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Planning</a:t>
            </a:r>
            <a:endParaRPr lang="en-US" sz="1467" dirty="0"/>
          </a:p>
        </p:txBody>
      </p:sp>
      <p:sp>
        <p:nvSpPr>
          <p:cNvPr id="36" name="Text 26"/>
          <p:cNvSpPr/>
          <p:nvPr/>
        </p:nvSpPr>
        <p:spPr>
          <a:xfrm>
            <a:off x="9022080" y="2926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outdoor events</a:t>
            </a:r>
            <a:endParaRPr lang="en-US" sz="1267" dirty="0"/>
          </a:p>
          <a:p>
            <a:r>
              <a:rPr lang="en-US" sz="12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predicted pollution</a:t>
            </a:r>
            <a:endParaRPr lang="en-US" sz="1267" dirty="0"/>
          </a:p>
        </p:txBody>
      </p:sp>
      <p:sp>
        <p:nvSpPr>
          <p:cNvPr id="37" name="Shape 27"/>
          <p:cNvSpPr/>
          <p:nvPr/>
        </p:nvSpPr>
        <p:spPr>
          <a:xfrm>
            <a:off x="6461760" y="3742944"/>
            <a:ext cx="50596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760" y="3864864"/>
            <a:ext cx="390144" cy="390144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010400" y="3779520"/>
            <a:ext cx="207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</a:t>
            </a:r>
            <a:endParaRPr lang="en-US" sz="1467" dirty="0"/>
          </a:p>
        </p:txBody>
      </p:sp>
      <p:sp>
        <p:nvSpPr>
          <p:cNvPr id="40" name="Text 29"/>
          <p:cNvSpPr/>
          <p:nvPr/>
        </p:nvSpPr>
        <p:spPr>
          <a:xfrm>
            <a:off x="9022080" y="3779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air quality advisories</a:t>
            </a:r>
            <a:endParaRPr lang="en-US" sz="1267" dirty="0"/>
          </a:p>
          <a:p>
            <a:r>
              <a:rPr lang="en-US" sz="12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deploy monitoring</a:t>
            </a:r>
            <a:endParaRPr lang="en-US" sz="1267" dirty="0"/>
          </a:p>
        </p:txBody>
      </p:sp>
      <p:sp>
        <p:nvSpPr>
          <p:cNvPr id="41" name="Shape 30"/>
          <p:cNvSpPr/>
          <p:nvPr/>
        </p:nvSpPr>
        <p:spPr>
          <a:xfrm>
            <a:off x="6461760" y="4596384"/>
            <a:ext cx="50596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1760" y="4718304"/>
            <a:ext cx="390144" cy="390144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010400" y="4632960"/>
            <a:ext cx="207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467" dirty="0"/>
          </a:p>
        </p:txBody>
      </p:sp>
      <p:sp>
        <p:nvSpPr>
          <p:cNvPr id="44" name="Text 32"/>
          <p:cNvSpPr/>
          <p:nvPr/>
        </p:nvSpPr>
        <p:spPr>
          <a:xfrm>
            <a:off x="9022080" y="4632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low-emission zone</a:t>
            </a:r>
            <a:endParaRPr lang="en-US" sz="1267" dirty="0"/>
          </a:p>
          <a:p>
            <a:r>
              <a:rPr lang="en-US" sz="12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restrictions pre-event</a:t>
            </a:r>
            <a:endParaRPr lang="en-US" sz="1267" dirty="0"/>
          </a:p>
        </p:txBody>
      </p:sp>
      <p:sp>
        <p:nvSpPr>
          <p:cNvPr id="45" name="Shape 33"/>
          <p:cNvSpPr/>
          <p:nvPr/>
        </p:nvSpPr>
        <p:spPr>
          <a:xfrm>
            <a:off x="6461760" y="5449824"/>
            <a:ext cx="50596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1760" y="5571744"/>
            <a:ext cx="390144" cy="390144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7010400" y="5486400"/>
            <a:ext cx="207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Scaling</a:t>
            </a:r>
            <a:endParaRPr lang="en-US" sz="1467" dirty="0"/>
          </a:p>
        </p:txBody>
      </p:sp>
      <p:sp>
        <p:nvSpPr>
          <p:cNvPr id="48" name="Text 35"/>
          <p:cNvSpPr/>
          <p:nvPr/>
        </p:nvSpPr>
        <p:spPr>
          <a:xfrm>
            <a:off x="9022080" y="54864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Generalizable framework for</a:t>
            </a:r>
            <a:endParaRPr lang="en-US" sz="1267" dirty="0"/>
          </a:p>
          <a:p>
            <a:r>
              <a:rPr lang="en-US" sz="1267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Edmonton, Vancouver, etc.</a:t>
            </a:r>
            <a:endParaRPr lang="en-US" sz="1267" dirty="0"/>
          </a:p>
        </p:txBody>
      </p:sp>
      <p:sp>
        <p:nvSpPr>
          <p:cNvPr id="49" name="Slide Number Placeholder 48">
            <a:extLst>
              <a:ext uri="{FF2B5EF4-FFF2-40B4-BE49-F238E27FC236}">
                <a16:creationId xmlns:a16="http://schemas.microsoft.com/office/drawing/2014/main" id="{008DDBAE-7F1A-ACB0-9796-731200C8E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46304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Constraints: Where the Model Cannot Yet Reach</a:t>
            </a:r>
            <a:endParaRPr lang="en-US" sz="2933" dirty="0"/>
          </a:p>
        </p:txBody>
      </p:sp>
      <p:sp>
        <p:nvSpPr>
          <p:cNvPr id="5" name="Shape 2"/>
          <p:cNvSpPr/>
          <p:nvPr/>
        </p:nvSpPr>
        <p:spPr>
          <a:xfrm>
            <a:off x="609600" y="1463040"/>
            <a:ext cx="5242560" cy="2072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Shape 3"/>
          <p:cNvSpPr/>
          <p:nvPr/>
        </p:nvSpPr>
        <p:spPr>
          <a:xfrm>
            <a:off x="609600" y="1463040"/>
            <a:ext cx="73152" cy="2072640"/>
          </a:xfrm>
          <a:prstGeom prst="rect">
            <a:avLst/>
          </a:prstGeom>
          <a:solidFill>
            <a:srgbClr val="EE2C2A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7" name="Shape 4"/>
          <p:cNvSpPr/>
          <p:nvPr/>
        </p:nvSpPr>
        <p:spPr>
          <a:xfrm>
            <a:off x="853440" y="1706880"/>
            <a:ext cx="548640" cy="548640"/>
          </a:xfrm>
          <a:prstGeom prst="ellipse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zh-CN" altLang="en-US" sz="24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142" y="1827582"/>
            <a:ext cx="307239" cy="30723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84960" y="1645920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Data</a:t>
            </a:r>
            <a:endParaRPr lang="en-US" sz="1733" dirty="0"/>
          </a:p>
        </p:txBody>
      </p:sp>
      <p:sp>
        <p:nvSpPr>
          <p:cNvPr id="10" name="Text 6"/>
          <p:cNvSpPr/>
          <p:nvPr/>
        </p:nvSpPr>
        <p:spPr>
          <a:xfrm>
            <a:off x="1584960" y="21336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from single station (downtown core)</a:t>
            </a:r>
            <a:endParaRPr lang="en-US" sz="1333" dirty="0"/>
          </a:p>
          <a:p>
            <a:r>
              <a:rPr lang="en-US" sz="1333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neighborhood-level forecasts possible</a:t>
            </a:r>
            <a:endParaRPr lang="en-US" sz="1333" dirty="0"/>
          </a:p>
        </p:txBody>
      </p:sp>
      <p:sp>
        <p:nvSpPr>
          <p:cNvPr id="11" name="Shape 7"/>
          <p:cNvSpPr/>
          <p:nvPr/>
        </p:nvSpPr>
        <p:spPr>
          <a:xfrm>
            <a:off x="6339840" y="1463040"/>
            <a:ext cx="5242560" cy="2072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12" name="Shape 8"/>
          <p:cNvSpPr/>
          <p:nvPr/>
        </p:nvSpPr>
        <p:spPr>
          <a:xfrm>
            <a:off x="6339840" y="1463040"/>
            <a:ext cx="73152" cy="2072640"/>
          </a:xfrm>
          <a:prstGeom prst="rect">
            <a:avLst/>
          </a:prstGeom>
          <a:solidFill>
            <a:srgbClr val="FF671F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13" name="Shape 9"/>
          <p:cNvSpPr/>
          <p:nvPr/>
        </p:nvSpPr>
        <p:spPr>
          <a:xfrm>
            <a:off x="6583680" y="1706880"/>
            <a:ext cx="548640" cy="548640"/>
          </a:xfrm>
          <a:prstGeom prst="ellipse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zh-CN" altLang="en-US" sz="240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382" y="1827582"/>
            <a:ext cx="307239" cy="3072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0" y="1645920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Resolution</a:t>
            </a:r>
            <a:endParaRPr lang="en-US" sz="1733" dirty="0"/>
          </a:p>
        </p:txBody>
      </p:sp>
      <p:sp>
        <p:nvSpPr>
          <p:cNvPr id="16" name="Text 11"/>
          <p:cNvSpPr/>
          <p:nvPr/>
        </p:nvSpPr>
        <p:spPr>
          <a:xfrm>
            <a:off x="7315200" y="21336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ERA5: 11 km grid</a:t>
            </a:r>
            <a:endParaRPr lang="en-US" sz="1333" dirty="0"/>
          </a:p>
          <a:p>
            <a:r>
              <a:rPr lang="en-US" sz="1333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coarse for urban microclimates</a:t>
            </a:r>
            <a:endParaRPr lang="en-US" sz="1333" dirty="0"/>
          </a:p>
        </p:txBody>
      </p:sp>
      <p:sp>
        <p:nvSpPr>
          <p:cNvPr id="17" name="Shape 12"/>
          <p:cNvSpPr/>
          <p:nvPr/>
        </p:nvSpPr>
        <p:spPr>
          <a:xfrm>
            <a:off x="609600" y="3840480"/>
            <a:ext cx="5242560" cy="2072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18" name="Shape 13"/>
          <p:cNvSpPr/>
          <p:nvPr/>
        </p:nvSpPr>
        <p:spPr>
          <a:xfrm>
            <a:off x="609600" y="3840480"/>
            <a:ext cx="73152" cy="2072640"/>
          </a:xfrm>
          <a:prstGeom prst="rect">
            <a:avLst/>
          </a:prstGeom>
          <a:solidFill>
            <a:srgbClr val="FFA300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19" name="Shape 14"/>
          <p:cNvSpPr/>
          <p:nvPr/>
        </p:nvSpPr>
        <p:spPr>
          <a:xfrm>
            <a:off x="853440" y="4084320"/>
            <a:ext cx="548640" cy="548640"/>
          </a:xfrm>
          <a:prstGeom prst="ellipse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zh-CN" altLang="en-US" sz="240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142" y="4205022"/>
            <a:ext cx="307239" cy="30723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84960" y="4023360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Detection</a:t>
            </a:r>
            <a:endParaRPr lang="en-US" sz="1733" dirty="0"/>
          </a:p>
        </p:txBody>
      </p:sp>
      <p:sp>
        <p:nvSpPr>
          <p:cNvPr id="22" name="Text 16"/>
          <p:cNvSpPr/>
          <p:nvPr/>
        </p:nvSpPr>
        <p:spPr>
          <a:xfrm>
            <a:off x="1584960" y="45110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cover obscures fires</a:t>
            </a:r>
            <a:endParaRPr lang="en-US" sz="1333" dirty="0"/>
          </a:p>
          <a:p>
            <a:r>
              <a:rPr lang="en-US" sz="1333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fires missed, indirect intensity</a:t>
            </a:r>
            <a:endParaRPr lang="en-US" sz="1333" dirty="0"/>
          </a:p>
        </p:txBody>
      </p:sp>
      <p:sp>
        <p:nvSpPr>
          <p:cNvPr id="23" name="Shape 17"/>
          <p:cNvSpPr/>
          <p:nvPr/>
        </p:nvSpPr>
        <p:spPr>
          <a:xfrm>
            <a:off x="6339840" y="3840480"/>
            <a:ext cx="5242560" cy="2072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24" name="Shape 18"/>
          <p:cNvSpPr/>
          <p:nvPr/>
        </p:nvSpPr>
        <p:spPr>
          <a:xfrm>
            <a:off x="6339840" y="3840480"/>
            <a:ext cx="73152" cy="2072640"/>
          </a:xfrm>
          <a:prstGeom prst="rect">
            <a:avLst/>
          </a:prstGeom>
          <a:solidFill>
            <a:srgbClr val="8C857B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25" name="Shape 19"/>
          <p:cNvSpPr/>
          <p:nvPr/>
        </p:nvSpPr>
        <p:spPr>
          <a:xfrm>
            <a:off x="6583680" y="4084320"/>
            <a:ext cx="548640" cy="548640"/>
          </a:xfrm>
          <a:prstGeom prst="ellipse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zh-CN" altLang="en-US" sz="240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4382" y="4205022"/>
            <a:ext cx="307239" cy="30723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0" y="4023360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1733" dirty="0"/>
          </a:p>
        </p:txBody>
      </p:sp>
      <p:sp>
        <p:nvSpPr>
          <p:cNvPr id="28" name="Text 21"/>
          <p:cNvSpPr/>
          <p:nvPr/>
        </p:nvSpPr>
        <p:spPr>
          <a:xfrm>
            <a:off x="7315200" y="45110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year of training data</a:t>
            </a:r>
            <a:endParaRPr lang="en-US" sz="1333" dirty="0"/>
          </a:p>
          <a:p>
            <a:r>
              <a:rPr lang="en-US" sz="1333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variability, untested on other regions</a:t>
            </a:r>
            <a:endParaRPr lang="en-US" sz="1333" dirty="0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ECFAFA04-460A-74C5-635F-72569442F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46304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 &amp; Submission Priority</a:t>
            </a:r>
            <a:endParaRPr lang="en-US" sz="2933" dirty="0"/>
          </a:p>
        </p:txBody>
      </p:sp>
      <p:sp>
        <p:nvSpPr>
          <p:cNvPr id="5" name="Text 2"/>
          <p:cNvSpPr/>
          <p:nvPr/>
        </p:nvSpPr>
        <p:spPr>
          <a:xfrm>
            <a:off x="609600" y="1219200"/>
            <a:ext cx="7071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Quick Improvement Ideas</a:t>
            </a:r>
            <a:endParaRPr lang="en-US" sz="1867" dirty="0"/>
          </a:p>
        </p:txBody>
      </p:sp>
      <p:sp>
        <p:nvSpPr>
          <p:cNvPr id="6" name="Shape 3"/>
          <p:cNvSpPr/>
          <p:nvPr/>
        </p:nvSpPr>
        <p:spPr>
          <a:xfrm>
            <a:off x="487680" y="1828800"/>
            <a:ext cx="7193280" cy="82905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7" name="Shape 4"/>
          <p:cNvSpPr/>
          <p:nvPr/>
        </p:nvSpPr>
        <p:spPr>
          <a:xfrm>
            <a:off x="609600" y="1950720"/>
            <a:ext cx="548640" cy="548640"/>
          </a:xfrm>
          <a:prstGeom prst="ellipse">
            <a:avLst/>
          </a:prstGeom>
          <a:solidFill>
            <a:srgbClr val="46A67B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8" name="Text 5"/>
          <p:cNvSpPr/>
          <p:nvPr/>
        </p:nvSpPr>
        <p:spPr>
          <a:xfrm>
            <a:off x="609600" y="1950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67" dirty="0"/>
          </a:p>
        </p:txBody>
      </p:sp>
      <p:sp>
        <p:nvSpPr>
          <p:cNvPr id="9" name="Text 6"/>
          <p:cNvSpPr/>
          <p:nvPr/>
        </p:nvSpPr>
        <p:spPr>
          <a:xfrm>
            <a:off x="1341120" y="1889760"/>
            <a:ext cx="2804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Ensemble</a:t>
            </a:r>
            <a:endParaRPr lang="en-US" sz="1467" dirty="0"/>
          </a:p>
        </p:txBody>
      </p:sp>
      <p:sp>
        <p:nvSpPr>
          <p:cNvPr id="10" name="Text 7"/>
          <p:cNvSpPr/>
          <p:nvPr/>
        </p:nvSpPr>
        <p:spPr>
          <a:xfrm>
            <a:off x="1341120" y="2231136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3 models: voting/weighted avg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11040" y="1926336"/>
            <a:ext cx="158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+5-10% F1</a:t>
            </a:r>
            <a:endParaRPr lang="en-US" sz="1333" dirty="0"/>
          </a:p>
        </p:txBody>
      </p:sp>
      <p:sp>
        <p:nvSpPr>
          <p:cNvPr id="12" name="Text 9"/>
          <p:cNvSpPr/>
          <p:nvPr/>
        </p:nvSpPr>
        <p:spPr>
          <a:xfrm>
            <a:off x="4511040" y="2255520"/>
            <a:ext cx="158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hrs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39840" y="2036064"/>
            <a:ext cx="1158240" cy="390144"/>
          </a:xfrm>
          <a:prstGeom prst="rect">
            <a:avLst/>
          </a:prstGeom>
          <a:solidFill>
            <a:srgbClr val="46A67B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14" name="Text 11"/>
          <p:cNvSpPr/>
          <p:nvPr/>
        </p:nvSpPr>
        <p:spPr>
          <a:xfrm>
            <a:off x="6339840" y="2036064"/>
            <a:ext cx="11582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7680" y="2779776"/>
            <a:ext cx="7193280" cy="82905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16" name="Shape 13"/>
          <p:cNvSpPr/>
          <p:nvPr/>
        </p:nvSpPr>
        <p:spPr>
          <a:xfrm>
            <a:off x="609600" y="2901696"/>
            <a:ext cx="548640" cy="548640"/>
          </a:xfrm>
          <a:prstGeom prst="ellipse">
            <a:avLst/>
          </a:prstGeom>
          <a:solidFill>
            <a:srgbClr val="46A67B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17" name="Text 14"/>
          <p:cNvSpPr/>
          <p:nvPr/>
        </p:nvSpPr>
        <p:spPr>
          <a:xfrm>
            <a:off x="609600" y="29016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67" dirty="0"/>
          </a:p>
        </p:txBody>
      </p:sp>
      <p:sp>
        <p:nvSpPr>
          <p:cNvPr id="18" name="Text 15"/>
          <p:cNvSpPr/>
          <p:nvPr/>
        </p:nvSpPr>
        <p:spPr>
          <a:xfrm>
            <a:off x="1341120" y="2840736"/>
            <a:ext cx="2804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Optimization</a:t>
            </a:r>
            <a:endParaRPr lang="en-US" sz="1467" dirty="0"/>
          </a:p>
        </p:txBody>
      </p:sp>
      <p:sp>
        <p:nvSpPr>
          <p:cNvPr id="19" name="Text 16"/>
          <p:cNvSpPr/>
          <p:nvPr/>
        </p:nvSpPr>
        <p:spPr>
          <a:xfrm>
            <a:off x="1341120" y="3182112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probability cutoff via PR curve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11040" y="2877312"/>
            <a:ext cx="158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precision</a:t>
            </a:r>
            <a:endParaRPr lang="en-US" sz="1333" dirty="0"/>
          </a:p>
        </p:txBody>
      </p:sp>
      <p:sp>
        <p:nvSpPr>
          <p:cNvPr id="21" name="Text 18"/>
          <p:cNvSpPr/>
          <p:nvPr/>
        </p:nvSpPr>
        <p:spPr>
          <a:xfrm>
            <a:off x="4511040" y="3206496"/>
            <a:ext cx="158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339840" y="2987040"/>
            <a:ext cx="1158240" cy="390144"/>
          </a:xfrm>
          <a:prstGeom prst="rect">
            <a:avLst/>
          </a:prstGeom>
          <a:solidFill>
            <a:srgbClr val="46A67B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23" name="Text 20"/>
          <p:cNvSpPr/>
          <p:nvPr/>
        </p:nvSpPr>
        <p:spPr>
          <a:xfrm>
            <a:off x="6339840" y="2987040"/>
            <a:ext cx="11582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87680" y="3730752"/>
            <a:ext cx="7193280" cy="82905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25" name="Shape 22"/>
          <p:cNvSpPr/>
          <p:nvPr/>
        </p:nvSpPr>
        <p:spPr>
          <a:xfrm>
            <a:off x="609600" y="3852672"/>
            <a:ext cx="548640" cy="548640"/>
          </a:xfrm>
          <a:prstGeom prst="ellipse">
            <a:avLst/>
          </a:prstGeom>
          <a:solidFill>
            <a:srgbClr val="FFA300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26" name="Text 23"/>
          <p:cNvSpPr/>
          <p:nvPr/>
        </p:nvSpPr>
        <p:spPr>
          <a:xfrm>
            <a:off x="609600" y="3852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67" dirty="0"/>
          </a:p>
        </p:txBody>
      </p:sp>
      <p:sp>
        <p:nvSpPr>
          <p:cNvPr id="27" name="Text 24"/>
          <p:cNvSpPr/>
          <p:nvPr/>
        </p:nvSpPr>
        <p:spPr>
          <a:xfrm>
            <a:off x="1341120" y="3791712"/>
            <a:ext cx="2804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Lag Features</a:t>
            </a:r>
            <a:endParaRPr lang="en-US" sz="1467" dirty="0"/>
          </a:p>
        </p:txBody>
      </p:sp>
      <p:sp>
        <p:nvSpPr>
          <p:cNvPr id="28" name="Text 25"/>
          <p:cNvSpPr/>
          <p:nvPr/>
        </p:nvSpPr>
        <p:spPr>
          <a:xfrm>
            <a:off x="1341120" y="4133088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pm25_lag1, lag3, rolling_mean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11040" y="3828288"/>
            <a:ext cx="158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+8-15% F1</a:t>
            </a:r>
            <a:endParaRPr lang="en-US" sz="1333" dirty="0"/>
          </a:p>
        </p:txBody>
      </p:sp>
      <p:sp>
        <p:nvSpPr>
          <p:cNvPr id="30" name="Text 27"/>
          <p:cNvSpPr/>
          <p:nvPr/>
        </p:nvSpPr>
        <p:spPr>
          <a:xfrm>
            <a:off x="4511040" y="4157472"/>
            <a:ext cx="158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hrs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339840" y="3938016"/>
            <a:ext cx="1158240" cy="390144"/>
          </a:xfrm>
          <a:prstGeom prst="rect">
            <a:avLst/>
          </a:prstGeom>
          <a:solidFill>
            <a:srgbClr val="FFA300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32" name="Text 29"/>
          <p:cNvSpPr/>
          <p:nvPr/>
        </p:nvSpPr>
        <p:spPr>
          <a:xfrm>
            <a:off x="6339840" y="3938016"/>
            <a:ext cx="11582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87680" y="4681728"/>
            <a:ext cx="7193280" cy="82905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34" name="Shape 31"/>
          <p:cNvSpPr/>
          <p:nvPr/>
        </p:nvSpPr>
        <p:spPr>
          <a:xfrm>
            <a:off x="609600" y="4803648"/>
            <a:ext cx="548640" cy="548640"/>
          </a:xfrm>
          <a:prstGeom prst="ellipse">
            <a:avLst/>
          </a:prstGeom>
          <a:solidFill>
            <a:srgbClr val="FFA300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35" name="Text 32"/>
          <p:cNvSpPr/>
          <p:nvPr/>
        </p:nvSpPr>
        <p:spPr>
          <a:xfrm>
            <a:off x="609600" y="4803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67" dirty="0"/>
          </a:p>
        </p:txBody>
      </p:sp>
      <p:sp>
        <p:nvSpPr>
          <p:cNvPr id="36" name="Text 33"/>
          <p:cNvSpPr/>
          <p:nvPr/>
        </p:nvSpPr>
        <p:spPr>
          <a:xfrm>
            <a:off x="1341120" y="4742688"/>
            <a:ext cx="2804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Model Split</a:t>
            </a:r>
            <a:endParaRPr lang="en-US" sz="1467" dirty="0"/>
          </a:p>
        </p:txBody>
      </p:sp>
      <p:sp>
        <p:nvSpPr>
          <p:cNvPr id="37" name="Text 34"/>
          <p:cNvSpPr/>
          <p:nvPr/>
        </p:nvSpPr>
        <p:spPr>
          <a:xfrm>
            <a:off x="1341120" y="5084064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models: Summer vs Other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511040" y="4779264"/>
            <a:ext cx="158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+10-20% recall</a:t>
            </a:r>
            <a:endParaRPr lang="en-US" sz="1333" dirty="0"/>
          </a:p>
        </p:txBody>
      </p:sp>
      <p:sp>
        <p:nvSpPr>
          <p:cNvPr id="39" name="Text 36"/>
          <p:cNvSpPr/>
          <p:nvPr/>
        </p:nvSpPr>
        <p:spPr>
          <a:xfrm>
            <a:off x="4511040" y="5108448"/>
            <a:ext cx="158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hrs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339840" y="4888992"/>
            <a:ext cx="1158240" cy="390144"/>
          </a:xfrm>
          <a:prstGeom prst="rect">
            <a:avLst/>
          </a:prstGeom>
          <a:solidFill>
            <a:srgbClr val="FFA300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41" name="Text 38"/>
          <p:cNvSpPr/>
          <p:nvPr/>
        </p:nvSpPr>
        <p:spPr>
          <a:xfrm>
            <a:off x="6339840" y="4888992"/>
            <a:ext cx="11582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487680" y="5632704"/>
            <a:ext cx="7193280" cy="82905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43" name="Shape 40"/>
          <p:cNvSpPr/>
          <p:nvPr/>
        </p:nvSpPr>
        <p:spPr>
          <a:xfrm>
            <a:off x="609600" y="5754624"/>
            <a:ext cx="548640" cy="548640"/>
          </a:xfrm>
          <a:prstGeom prst="ellipse">
            <a:avLst/>
          </a:prstGeom>
          <a:solidFill>
            <a:srgbClr val="EE2C2A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44" name="Text 41"/>
          <p:cNvSpPr/>
          <p:nvPr/>
        </p:nvSpPr>
        <p:spPr>
          <a:xfrm>
            <a:off x="609600" y="57546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67" dirty="0"/>
          </a:p>
        </p:txBody>
      </p:sp>
      <p:sp>
        <p:nvSpPr>
          <p:cNvPr id="45" name="Text 42"/>
          <p:cNvSpPr/>
          <p:nvPr/>
        </p:nvSpPr>
        <p:spPr>
          <a:xfrm>
            <a:off x="1341120" y="5693664"/>
            <a:ext cx="2804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PM2.5 Grid</a:t>
            </a:r>
            <a:endParaRPr lang="en-US" sz="1467" dirty="0"/>
          </a:p>
        </p:txBody>
      </p:sp>
      <p:sp>
        <p:nvSpPr>
          <p:cNvPr id="46" name="Text 43"/>
          <p:cNvSpPr/>
          <p:nvPr/>
        </p:nvSpPr>
        <p:spPr>
          <a:xfrm>
            <a:off x="1341120" y="6035040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MERRA-2/GEOS-CF → 10km coverage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4511040" y="5730240"/>
            <a:ext cx="158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Transformative</a:t>
            </a:r>
            <a:endParaRPr lang="en-US" sz="1333" dirty="0"/>
          </a:p>
        </p:txBody>
      </p:sp>
      <p:sp>
        <p:nvSpPr>
          <p:cNvPr id="48" name="Text 45"/>
          <p:cNvSpPr/>
          <p:nvPr/>
        </p:nvSpPr>
        <p:spPr>
          <a:xfrm>
            <a:off x="4511040" y="6059424"/>
            <a:ext cx="158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wks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6339840" y="5839968"/>
            <a:ext cx="1158240" cy="390144"/>
          </a:xfrm>
          <a:prstGeom prst="rect">
            <a:avLst/>
          </a:prstGeom>
          <a:solidFill>
            <a:srgbClr val="EE2C2A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50" name="Text 47"/>
          <p:cNvSpPr/>
          <p:nvPr/>
        </p:nvSpPr>
        <p:spPr>
          <a:xfrm>
            <a:off x="6339840" y="5839968"/>
            <a:ext cx="11582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7985760" y="1219200"/>
            <a:ext cx="3840480" cy="5303520"/>
          </a:xfrm>
          <a:prstGeom prst="rect">
            <a:avLst/>
          </a:prstGeom>
          <a:solidFill>
            <a:srgbClr val="F7F5F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52" name="Text 49"/>
          <p:cNvSpPr/>
          <p:nvPr/>
        </p:nvSpPr>
        <p:spPr>
          <a:xfrm>
            <a:off x="8168640" y="1341120"/>
            <a:ext cx="3474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Final Report</a:t>
            </a:r>
            <a:endParaRPr lang="en-US" sz="1867" dirty="0"/>
          </a:p>
        </p:txBody>
      </p:sp>
      <p:sp>
        <p:nvSpPr>
          <p:cNvPr id="53" name="Text 50"/>
          <p:cNvSpPr/>
          <p:nvPr/>
        </p:nvSpPr>
        <p:spPr>
          <a:xfrm>
            <a:off x="8168640" y="1767840"/>
            <a:ext cx="3474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C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days left)</a:t>
            </a:r>
            <a:endParaRPr lang="en-US" sz="1333" dirty="0"/>
          </a:p>
        </p:txBody>
      </p:sp>
      <p:sp>
        <p:nvSpPr>
          <p:cNvPr id="54" name="Shape 51"/>
          <p:cNvSpPr/>
          <p:nvPr/>
        </p:nvSpPr>
        <p:spPr>
          <a:xfrm>
            <a:off x="8168640" y="2255520"/>
            <a:ext cx="3474720" cy="426720"/>
          </a:xfrm>
          <a:prstGeom prst="rect">
            <a:avLst/>
          </a:prstGeom>
          <a:solidFill>
            <a:srgbClr val="46A67B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55" name="Text 52"/>
          <p:cNvSpPr/>
          <p:nvPr/>
        </p:nvSpPr>
        <p:spPr>
          <a:xfrm>
            <a:off x="8168640" y="2255520"/>
            <a:ext cx="3474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 These</a:t>
            </a:r>
            <a:endParaRPr lang="en-US" sz="1467" dirty="0"/>
          </a:p>
        </p:txBody>
      </p:sp>
      <p:sp>
        <p:nvSpPr>
          <p:cNvPr id="56" name="Text 53"/>
          <p:cNvSpPr/>
          <p:nvPr/>
        </p:nvSpPr>
        <p:spPr>
          <a:xfrm>
            <a:off x="8290560" y="2779776"/>
            <a:ext cx="3230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Ensemble (quick + high impact)</a:t>
            </a:r>
            <a:endParaRPr lang="en-US" sz="1267" dirty="0"/>
          </a:p>
        </p:txBody>
      </p:sp>
      <p:sp>
        <p:nvSpPr>
          <p:cNvPr id="57" name="Text 54"/>
          <p:cNvSpPr/>
          <p:nvPr/>
        </p:nvSpPr>
        <p:spPr>
          <a:xfrm>
            <a:off x="8290560" y="3169920"/>
            <a:ext cx="3230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Optimization (for deployment)</a:t>
            </a:r>
            <a:endParaRPr lang="en-US" sz="1267" dirty="0"/>
          </a:p>
        </p:txBody>
      </p:sp>
      <p:sp>
        <p:nvSpPr>
          <p:cNvPr id="58" name="Text 55"/>
          <p:cNvSpPr/>
          <p:nvPr/>
        </p:nvSpPr>
        <p:spPr>
          <a:xfrm>
            <a:off x="8290560" y="3560064"/>
            <a:ext cx="3230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Lag Features (+15% F1)</a:t>
            </a:r>
            <a:endParaRPr lang="en-US" sz="1267" dirty="0"/>
          </a:p>
        </p:txBody>
      </p:sp>
      <p:sp>
        <p:nvSpPr>
          <p:cNvPr id="59" name="Shape 56"/>
          <p:cNvSpPr/>
          <p:nvPr/>
        </p:nvSpPr>
        <p:spPr>
          <a:xfrm>
            <a:off x="8168640" y="4023360"/>
            <a:ext cx="3474720" cy="426720"/>
          </a:xfrm>
          <a:prstGeom prst="rect">
            <a:avLst/>
          </a:prstGeom>
          <a:solidFill>
            <a:srgbClr val="FFA300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60" name="Text 57"/>
          <p:cNvSpPr/>
          <p:nvPr/>
        </p:nvSpPr>
        <p:spPr>
          <a:xfrm>
            <a:off x="8168640" y="4023360"/>
            <a:ext cx="3474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Try If Time Allows</a:t>
            </a:r>
            <a:endParaRPr lang="en-US" sz="1467" dirty="0"/>
          </a:p>
        </p:txBody>
      </p:sp>
      <p:sp>
        <p:nvSpPr>
          <p:cNvPr id="61" name="Text 58"/>
          <p:cNvSpPr/>
          <p:nvPr/>
        </p:nvSpPr>
        <p:spPr>
          <a:xfrm>
            <a:off x="8290560" y="4535424"/>
            <a:ext cx="3230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Model Separation</a:t>
            </a:r>
            <a:endParaRPr lang="en-US" sz="1267" dirty="0"/>
          </a:p>
          <a:p>
            <a:r>
              <a:rPr lang="en-US" sz="1267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(good idea but moderate work)</a:t>
            </a:r>
            <a:endParaRPr lang="en-US" sz="1267" dirty="0"/>
          </a:p>
        </p:txBody>
      </p:sp>
      <p:sp>
        <p:nvSpPr>
          <p:cNvPr id="62" name="Shape 59"/>
          <p:cNvSpPr/>
          <p:nvPr/>
        </p:nvSpPr>
        <p:spPr>
          <a:xfrm>
            <a:off x="8168640" y="5303520"/>
            <a:ext cx="3474720" cy="426720"/>
          </a:xfrm>
          <a:prstGeom prst="rect">
            <a:avLst/>
          </a:prstGeom>
          <a:solidFill>
            <a:srgbClr val="EE2C2A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63" name="Text 60"/>
          <p:cNvSpPr/>
          <p:nvPr/>
        </p:nvSpPr>
        <p:spPr>
          <a:xfrm>
            <a:off x="8168640" y="5303520"/>
            <a:ext cx="3474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Save for Next Project</a:t>
            </a:r>
            <a:endParaRPr lang="en-US" sz="1467" dirty="0"/>
          </a:p>
        </p:txBody>
      </p:sp>
      <p:sp>
        <p:nvSpPr>
          <p:cNvPr id="64" name="Text 61"/>
          <p:cNvSpPr/>
          <p:nvPr/>
        </p:nvSpPr>
        <p:spPr>
          <a:xfrm>
            <a:off x="8290560" y="5815584"/>
            <a:ext cx="3230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Higher-resolution PM2.5 data</a:t>
            </a:r>
            <a:endParaRPr lang="en-US" sz="1267" dirty="0"/>
          </a:p>
          <a:p>
            <a:r>
              <a:rPr lang="en-US" sz="1267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(1-2 weeks, long-term payoff)</a:t>
            </a:r>
            <a:endParaRPr lang="en-US" sz="1267" dirty="0"/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E715F89D-D2A5-5C7B-929E-483146987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46304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 &amp; Main Findings</a:t>
            </a:r>
            <a:endParaRPr lang="en-US" sz="2933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10728960" cy="731520"/>
          </a:xfrm>
          <a:prstGeom prst="rect">
            <a:avLst/>
          </a:prstGeom>
          <a:solidFill>
            <a:srgbClr val="F7F5F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1609344"/>
            <a:ext cx="426720" cy="426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84960" y="1463040"/>
            <a:ext cx="963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with 98% test accuracy, 67% F1 for high-pollution prediction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31520" y="2377440"/>
            <a:ext cx="10728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" y="2523744"/>
            <a:ext cx="426720" cy="4267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84960" y="2377440"/>
            <a:ext cx="963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identified as peak risk month (5× baseline PM2.5 variability)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731520" y="3291840"/>
            <a:ext cx="10728960" cy="731520"/>
          </a:xfrm>
          <a:prstGeom prst="rect">
            <a:avLst/>
          </a:prstGeom>
          <a:solidFill>
            <a:srgbClr val="F7F5F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60" y="3438144"/>
            <a:ext cx="426720" cy="4267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84960" y="3291840"/>
            <a:ext cx="963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spatial smoke dispersion from BC fires to Calgary (8-day evolution)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731520" y="4206240"/>
            <a:ext cx="10728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360" y="4352544"/>
            <a:ext cx="426720" cy="4267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84960" y="4206240"/>
            <a:ext cx="963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and mitigated severe overfitting (gap: 64% → 19%)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731520" y="5120640"/>
            <a:ext cx="10728960" cy="731520"/>
          </a:xfrm>
          <a:prstGeom prst="rect">
            <a:avLst/>
          </a:prstGeom>
          <a:solidFill>
            <a:srgbClr val="F7F5F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360" y="5266944"/>
            <a:ext cx="426720" cy="4267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584960" y="5120640"/>
            <a:ext cx="963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5 distinct data mining applications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731520" y="5242560"/>
            <a:ext cx="10728960" cy="975360"/>
          </a:xfrm>
          <a:prstGeom prst="rect">
            <a:avLst/>
          </a:prstGeom>
          <a:solidFill>
            <a:srgbClr val="EE2C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320" y="5425440"/>
            <a:ext cx="548640" cy="54864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767840" y="5242560"/>
            <a:ext cx="93878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Final Model: HistGradientBoosting (F1=0.67, ROC-AUC=0.94, Precision=0.88) — suitable for deployment</a:t>
            </a:r>
            <a:endParaRPr lang="en-US" sz="1733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013E4F8F-BADD-4A12-0700-E477473E0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46304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933" dirty="0"/>
          </a:p>
        </p:txBody>
      </p:sp>
      <p:sp>
        <p:nvSpPr>
          <p:cNvPr id="5" name="Text 2"/>
          <p:cNvSpPr/>
          <p:nvPr/>
        </p:nvSpPr>
        <p:spPr>
          <a:xfrm>
            <a:off x="731520" y="146304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867" dirty="0"/>
          </a:p>
        </p:txBody>
      </p:sp>
      <p:sp>
        <p:nvSpPr>
          <p:cNvPr id="6" name="Text 3"/>
          <p:cNvSpPr/>
          <p:nvPr/>
        </p:nvSpPr>
        <p:spPr>
          <a:xfrm>
            <a:off x="731520" y="207264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Copernicus Climate Data Store. ERA5 Reanalysis. https://cds.climate.copernicus.eu</a:t>
            </a:r>
            <a:endParaRPr lang="en-US" sz="1333" dirty="0"/>
          </a:p>
        </p:txBody>
      </p:sp>
      <p:sp>
        <p:nvSpPr>
          <p:cNvPr id="7" name="Text 4"/>
          <p:cNvSpPr/>
          <p:nvPr/>
        </p:nvSpPr>
        <p:spPr>
          <a:xfrm>
            <a:off x="731520" y="249936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NASA FIRMS. MODIS Active Fire Detection. https://firms.modaps.eosdis.nasa.gov</a:t>
            </a:r>
            <a:endParaRPr lang="en-US" sz="1333" dirty="0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ESA Copernicus. Sentinel-5P Atmospheric Monitoring. http://www.esa.int/Copernicus</a:t>
            </a:r>
            <a:endParaRPr lang="en-US" sz="1333" dirty="0"/>
          </a:p>
        </p:txBody>
      </p:sp>
      <p:sp>
        <p:nvSpPr>
          <p:cNvPr id="9" name="Text 6"/>
          <p:cNvSpPr/>
          <p:nvPr/>
        </p:nvSpPr>
        <p:spPr>
          <a:xfrm>
            <a:off x="731520" y="335280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Alberta Environment &amp; Protected Areas. Air Quality Monitoring. https://www.alberta.ca/air-monitoring</a:t>
            </a:r>
            <a:endParaRPr lang="en-US" sz="1333" dirty="0"/>
          </a:p>
        </p:txBody>
      </p:sp>
      <p:sp>
        <p:nvSpPr>
          <p:cNvPr id="10" name="Text 7"/>
          <p:cNvSpPr/>
          <p:nvPr/>
        </p:nvSpPr>
        <p:spPr>
          <a:xfrm>
            <a:off x="731520" y="390144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References</a:t>
            </a:r>
            <a:endParaRPr lang="en-US" sz="1867" dirty="0"/>
          </a:p>
        </p:txBody>
      </p:sp>
      <p:sp>
        <p:nvSpPr>
          <p:cNvPr id="11" name="Text 8"/>
          <p:cNvSpPr/>
          <p:nvPr/>
        </p:nvSpPr>
        <p:spPr>
          <a:xfrm>
            <a:off x="731520" y="445008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Chen, T. &amp; Guestrin, C. (2016). XGBoost: A Scalable Tree Boosting System. KDD, 785–794.</a:t>
            </a:r>
            <a:endParaRPr lang="en-US" sz="1333" dirty="0"/>
          </a:p>
        </p:txBody>
      </p:sp>
      <p:sp>
        <p:nvSpPr>
          <p:cNvPr id="12" name="Text 9"/>
          <p:cNvSpPr/>
          <p:nvPr/>
        </p:nvSpPr>
        <p:spPr>
          <a:xfrm>
            <a:off x="731520" y="487680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Hastie, T., Tibshirani, R., &amp; Friedman, J. (2009). The Elements of Statistical Learning. Springer.</a:t>
            </a:r>
            <a:endParaRPr lang="en-US" sz="1333" dirty="0"/>
          </a:p>
        </p:txBody>
      </p:sp>
      <p:sp>
        <p:nvSpPr>
          <p:cNvPr id="13" name="Text 10"/>
          <p:cNvSpPr/>
          <p:nvPr/>
        </p:nvSpPr>
        <p:spPr>
          <a:xfrm>
            <a:off x="731520" y="5303520"/>
            <a:ext cx="1072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WHO (2024). Air Quality Guideline Update – PM2.5 Thresholds.</a:t>
            </a:r>
            <a:endParaRPr lang="en-US" sz="1333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5710B78-5364-46E7-F877-219A02CA8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npacked_template/ppt/media/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219200"/>
            <a:ext cx="975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731520" y="3048000"/>
            <a:ext cx="97536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C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31520" y="463296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Maps: </a:t>
            </a:r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pm25_event_1_interactive.html | pm25_event_2_interactive.html</a:t>
            </a:r>
            <a:endParaRPr lang="en-US" sz="186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Calgary 2">
      <a:dk1>
        <a:srgbClr val="000000"/>
      </a:dk1>
      <a:lt1>
        <a:srgbClr val="FFFFFF"/>
      </a:lt1>
      <a:dk2>
        <a:srgbClr val="8C857B"/>
      </a:dk2>
      <a:lt2>
        <a:srgbClr val="C3BFB6"/>
      </a:lt2>
      <a:accent1>
        <a:srgbClr val="EE2C2A"/>
      </a:accent1>
      <a:accent2>
        <a:srgbClr val="FFA300"/>
      </a:accent2>
      <a:accent3>
        <a:srgbClr val="FF671F"/>
      </a:accent3>
      <a:accent4>
        <a:srgbClr val="46A67B"/>
      </a:accent4>
      <a:accent5>
        <a:srgbClr val="EC0971"/>
      </a:accent5>
      <a:accent6>
        <a:srgbClr val="9C0533"/>
      </a:accent6>
      <a:hlink>
        <a:srgbClr val="D6001C"/>
      </a:hlink>
      <a:folHlink>
        <a:srgbClr val="8C857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ld - Widescreen" id="{BDE806B9-D085-0547-8443-536EF56E10D0}" vid="{A3112E41-4A82-8045-91CC-360E8E7927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A14D9A0FA515564792FEACC70AB1043E" ma:contentTypeVersion="15" ma:contentTypeDescription="Create a new document." ma:contentTypeScope="" ma:versionID="268d53061a527a1a15b3a06f324de7ac">
  <xsd:schema xmlns:xsd="http://www.w3.org/2001/XMLSchema" xmlns:xs="http://www.w3.org/2001/XMLSchema" xmlns:p="http://schemas.microsoft.com/office/2006/metadata/properties" xmlns:ns2="7a4191d5-9b76-4ae3-8401-87ceee92a846" xmlns:ns3="b9b0194d-1e98-4efc-bad5-9450f4bf7a13" targetNamespace="http://schemas.microsoft.com/office/2006/metadata/properties" ma:root="true" ma:fieldsID="602eb0f4584b499882d83f15ecf09c65" ns2:_="" ns3:_="">
    <xsd:import namespace="7a4191d5-9b76-4ae3-8401-87ceee92a846"/>
    <xsd:import namespace="b9b0194d-1e98-4efc-bad5-9450f4bf7a1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4191d5-9b76-4ae3-8401-87ceee92a84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76da6b-3754-4ea3-9a44-9d844208727a}" ma:internalName="TaxCatchAll" ma:showField="CatchAllData" ma:web="7a4191d5-9b76-4ae3-8401-87ceee92a8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b0194d-1e98-4efc-bad5-9450f4bf7a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图像标记" ma:readOnly="false" ma:fieldId="{5cf76f15-5ced-4ddc-b409-7134ff3c332f}" ma:taxonomyMulti="true" ma:sspId="3d23ff3b-8b4b-4ebe-81e4-de565bb03cb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7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a4191d5-9b76-4ae3-8401-87ceee92a846">
      <UserInfo>
        <DisplayName>Office Of Advancement Visitors</DisplayName>
        <AccountId>4</AccountId>
        <AccountType/>
      </UserInfo>
      <UserInfo>
        <DisplayName>UCalgary Brand</DisplayName>
        <AccountId>15</AccountId>
        <AccountType/>
      </UserInfo>
    </SharedWithUsers>
    <TaxCatchAll xmlns="7a4191d5-9b76-4ae3-8401-87ceee92a846" xsi:nil="true"/>
    <lcf76f155ced4ddcb4097134ff3c332f xmlns="b9b0194d-1e98-4efc-bad5-9450f4bf7a1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7A4AE25-BBA1-49A6-B4F8-E97286BA01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8C4D92C-5791-4EB8-90FF-890DA69333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4191d5-9b76-4ae3-8401-87ceee92a846"/>
    <ds:schemaRef ds:uri="b9b0194d-1e98-4efc-bad5-9450f4bf7a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0B8F560-7E6C-44AE-AFE4-924D1118F0AA}">
  <ds:schemaRefs>
    <ds:schemaRef ds:uri="http://schemas.microsoft.com/office/2006/metadata/properties"/>
    <ds:schemaRef ds:uri="http://schemas.microsoft.com/office/infopath/2007/PartnerControls"/>
    <ds:schemaRef ds:uri="7a4191d5-9b76-4ae3-8401-87ceee92a846"/>
    <ds:schemaRef ds:uri="b9b0194d-1e98-4efc-bad5-9450f4bf7a1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</Template>
  <TotalTime>700</TotalTime>
  <Words>1655</Words>
  <Application>Microsoft Office PowerPoint</Application>
  <PresentationFormat>Widescreen</PresentationFormat>
  <Paragraphs>452</Paragraphs>
  <Slides>23</Slides>
  <Notes>23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Jiageng Mi</dc:creator>
  <cp:lastModifiedBy>Jiageng Mi</cp:lastModifiedBy>
  <cp:revision>1</cp:revision>
  <dcterms:created xsi:type="dcterms:W3CDTF">2026-04-05T06:18:56Z</dcterms:created>
  <dcterms:modified xsi:type="dcterms:W3CDTF">2026-04-07T03:09:50Z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0x010100A14D9A0FA515564792FEACC70AB1043E</vt:lpwstr>
  </property>
  <property fmtid="{D5CDD505-2E9C-101B-9397-08002B2CF9AE}" pid="3" name="Order">
    <vt:r8>20600</vt:r8>
  </property>
</Properties>
</file>